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ce416dde859435d" /><Relationship Type="http://schemas.openxmlformats.org/officeDocument/2006/relationships/extended-properties" Target="/docProps/app.xml" Id="Rb15825dac207456a" /><Relationship Type="http://schemas.openxmlformats.org/officeDocument/2006/relationships/officeDocument" Target="/ppt/presentation.xml" Id="Rc6a161945c3d427a" /></Relationships>
</file>

<file path=ppt/presentation.xml><?xml version="1.0" encoding="utf-8"?>
<p:presentation xmlns:p="http://schemas.openxmlformats.org/presentationml/2006/main">
  <p:sldMasterIdLst>
    <p:sldMasterId xmlns:r="http://schemas.openxmlformats.org/officeDocument/2006/relationships" id="2147483648" r:id="R10641b1033fa424a"/>
  </p:sldMasterIdLst>
  <p:notesMasterIdLst>
    <p:notesMasterId xmlns:r="http://schemas.openxmlformats.org/officeDocument/2006/relationships" r:id="Re613313a435b4c5f"/>
  </p:notesMasterIdLst>
  <p:sldIdLst>
    <p:sldId xmlns:r="http://schemas.openxmlformats.org/officeDocument/2006/relationships" id="256" r:id="Racf273e513b24c69"/>
    <p:sldId xmlns:r="http://schemas.openxmlformats.org/officeDocument/2006/relationships" id="257" r:id="Rd4f31fc121d54209"/>
    <p:sldId xmlns:r="http://schemas.openxmlformats.org/officeDocument/2006/relationships" id="258" r:id="R1f16d5b47b8f4a4f"/>
    <p:sldId xmlns:r="http://schemas.openxmlformats.org/officeDocument/2006/relationships" id="259" r:id="R0bd7598f5186456f"/>
    <p:sldId xmlns:r="http://schemas.openxmlformats.org/officeDocument/2006/relationships" id="260" r:id="Rcbb1ba1d49194eab"/>
    <p:sldId xmlns:r="http://schemas.openxmlformats.org/officeDocument/2006/relationships" id="261" r:id="R9d689fa9ca244cf5"/>
    <p:sldId xmlns:r="http://schemas.openxmlformats.org/officeDocument/2006/relationships" id="262" r:id="Rae648367e6c34fc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7232953ebc1461a" /><Relationship Type="http://schemas.openxmlformats.org/officeDocument/2006/relationships/slideMaster" Target="/ppt/slideMasters/slideMaster1.xml" Id="R10641b1033fa424a" /><Relationship Type="http://schemas.openxmlformats.org/officeDocument/2006/relationships/notesMaster" Target="/ppt/notesMasters/notesMaster1.xml" Id="Re613313a435b4c5f" /><Relationship Type="http://schemas.openxmlformats.org/officeDocument/2006/relationships/presProps" Target="/ppt/presProps.xml" Id="Rc7b3ae75e60f41bd" /><Relationship Type="http://schemas.openxmlformats.org/officeDocument/2006/relationships/tableStyles" Target="/ppt/tableStyles.xml" Id="R352826ebe2da450c" /><Relationship Type="http://schemas.openxmlformats.org/officeDocument/2006/relationships/slide" Target="/ppt/slides/slide1.xml" Id="Racf273e513b24c69" /><Relationship Type="http://schemas.openxmlformats.org/officeDocument/2006/relationships/slide" Target="/ppt/slides/slide2.xml" Id="Rd4f31fc121d54209" /><Relationship Type="http://schemas.openxmlformats.org/officeDocument/2006/relationships/slide" Target="/ppt/slides/slide3.xml" Id="R1f16d5b47b8f4a4f" /><Relationship Type="http://schemas.openxmlformats.org/officeDocument/2006/relationships/slide" Target="/ppt/slides/slide4.xml" Id="R0bd7598f5186456f" /><Relationship Type="http://schemas.openxmlformats.org/officeDocument/2006/relationships/slide" Target="/ppt/slides/slide5.xml" Id="Rcbb1ba1d49194eab" /><Relationship Type="http://schemas.openxmlformats.org/officeDocument/2006/relationships/slide" Target="/ppt/slides/slide6.xml" Id="R9d689fa9ca244cf5" /><Relationship Type="http://schemas.openxmlformats.org/officeDocument/2006/relationships/slide" Target="/ppt/slides/slide7.xml" Id="Rae648367e6c34fc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a30801f0b2b47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14d1e9ea8a24cf9" /><Relationship Type="http://schemas.openxmlformats.org/officeDocument/2006/relationships/notesMaster" Target="/ppt/notesMasters/notesMaster1.xml" Id="R0225da5490c74f4a"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4ef1674d8549d0" /><Relationship Type="http://schemas.openxmlformats.org/officeDocument/2006/relationships/notesMaster" Target="/ppt/notesMasters/notesMaster1.xml" Id="R4382a2fa00d649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343b784bea394733" /><Relationship Type="http://schemas.openxmlformats.org/officeDocument/2006/relationships/notesMaster" Target="/ppt/notesMasters/notesMaster1.xml" Id="Rc182abc1fdd042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a3c1b5eb9c4744a5" /><Relationship Type="http://schemas.openxmlformats.org/officeDocument/2006/relationships/notesMaster" Target="/ppt/notesMasters/notesMaster1.xml" Id="R8c04e4f2aa4c43f0" /></Relationships>
</file>

<file path=ppt/notesSlides/_rels/notesSlide5.xml.rels>&#65279;<?xml version="1.0" encoding="utf-8"?><Relationships xmlns="http://schemas.openxmlformats.org/package/2006/relationships"><Relationship Type="http://schemas.openxmlformats.org/officeDocument/2006/relationships/slide" Target="/ppt/slides/slide5.xml" Id="R719fa94e348f4083" /><Relationship Type="http://schemas.openxmlformats.org/officeDocument/2006/relationships/notesMaster" Target="/ppt/notesMasters/notesMaster1.xml" Id="R50ef1acec01246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a02cb9a4d88a41d9" /><Relationship Type="http://schemas.openxmlformats.org/officeDocument/2006/relationships/notesMaster" Target="/ppt/notesMasters/notesMaster1.xml" Id="R5be22732cd364af5" /></Relationships>
</file>

<file path=ppt/notesSlides/_rels/notesSlide7.xml.rels>&#65279;<?xml version="1.0" encoding="utf-8"?><Relationships xmlns="http://schemas.openxmlformats.org/package/2006/relationships"><Relationship Type="http://schemas.openxmlformats.org/officeDocument/2006/relationships/slide" Target="/ppt/slides/slide7.xml" Id="Rd0a44a00905a4286" /><Relationship Type="http://schemas.openxmlformats.org/officeDocument/2006/relationships/notesMaster" Target="/ppt/notesMasters/notesMaster1.xml" Id="R8d1e8564ad7640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My project is GD Arena, a machine-learning-based application for interview-style group discussion practice. Users choose a topic, speak or type their point, and practise with three virtual partners in a meeting-style interface. The project combines a trained text stance classifier, pretrained speech recognition, and a Python web application. The aim is to make individual practice easier and help users explore different perspectives. I will explain the application, its workflow, the training process, the technology stack, and the results.</a:t>
            </a:r>
          </a:p>
          <a:p xmlns:a="http://schemas.openxmlformats.org/drawingml/2006/main">
            <a:r>
              <a:t/>
            </a:r>
          </a:p>
          <a:p xmlns:a="http://schemas.openxmlformats.org/drawingml/2006/main">
            <a:r>
              <a:t>Photo credit: Monstera Production / Pexels, “Diverse students discussing project at table.” Illustrative stock photograph, not a photograph of the project's users. https://www.pexels.com/photo/diverse-students-discussing-project-at-table-6238033/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project addresses a practical need: a student may want to practise a group discussion when other people are not available. GD Arena offers ten predefined topics and three virtual partners. Aanya offers supporting perspectives, Kabir challenges assumptions, and Riya asks for clarity. Their responses come from prepared topic content. The user can practise with voice or text and review the discussion afterwards. The system predicts whether a contribution supports, opposes or stays neutral toward the selected topic proposition. This prediction is not an interview score, a grammar score or a measure of speaking confidence.</a:t>
            </a:r>
          </a:p>
          <a:p xmlns:a="http://schemas.openxmlformats.org/drawingml/2006/main">
            <a:r>
              <a:t/>
            </a:r>
          </a:p>
          <a:p xmlns:a="http://schemas.openxmlformats.org/drawingml/2006/main">
            <a:r>
              <a:t>Sources: project topics.json, server.py, gd_arena.py, README.md and the live application's meeting interface in outputs/gd_arena_model/.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actual screenshot of the working application. The four tiles represent the user and the three virtual practice partners. A user can turn on their webcam, but it is optional; with the camera off, the tile shows an avatar. The user can select the microphone, record speech, type a point or upload a recording. When the pause-sharing option is enabled, recording finishes after two seconds of silence following speech. English points can then be shared automatically when eligible. Hindi or Hinglish transcripts need an English review before they are used by the stance model. The application also includes a session timer, voice playback, discussion history and a recap.</a:t>
            </a:r>
          </a:p>
          <a:p xmlns:a="http://schemas.openxmlformats.org/drawingml/2006/main">
            <a:r>
              <a:t/>
            </a:r>
          </a:p>
          <a:p xmlns:a="http://schemas.openxmlformats.org/drawingml/2006/main">
            <a:r>
              <a:t>Source: actual project screenshot outputs/GD_Arena_Loading_Fixed.png. Implementation: web/app.js, camera.js and server.py in the project. The screenshot contains prepared virtual perspectives, not a live video call.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begins by selecting a topic. There are two input paths. For voice, the browser records audio and the Python server uses a pretrained Whisper model to transcribe it. Typed text enters directly. Both paths produce a draft that the user can review. The stance model expects English and uses the selected topic proposition as context. After a point is shared, two separate operations occur: the trained classifier predicts the stance, and a retrieval component chooses a prepared partner perspective for that topic and role. The response may be read aloud using browser speech synthesis. The session continues until the user leaves and reviews the recap. Whisper was not trained in this project, and the partner replies are retrieved rather than freely generated by a large language model.</a:t>
            </a:r>
          </a:p>
          <a:p xmlns:a="http://schemas.openxmlformats.org/drawingml/2006/main">
            <a:r>
              <a:t/>
            </a:r>
          </a:p>
          <a:p xmlns:a="http://schemas.openxmlformats.org/drawingml/2006/main">
            <a:r>
              <a:t>Sources: outputs/gd_arena_model/server.py and gd_arena.py; https://github.com/SYSTRAN/faster-whisper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trains its own stance classifier. Its training set contains 11,484 examples: 11,304 cleaned examples from the public VAST dataset and 180 authored GD examples. The complete authored dataset has 300 English examples across ten topics and three stance labels, with 180 training, 60 validation and 60 test examples. These authored examples are assistant-generated synthetic material, so they are not an independent real-user benchmark. The feature pipeline combines argument word TF-IDF, character TF-IDF, target words and target-word pair features. It is fitted only on training data. A majority baseline, Logistic Regression and Linear SVM were compared. Logistic Regression was selected using the mean macro-F1 on the two validation sets. It is a one-vs-rest classifier, saved with joblib. Test data was reserved for final evaluation.</a:t>
            </a:r>
          </a:p>
          <a:p xmlns:a="http://schemas.openxmlformats.org/drawingml/2006/main">
            <a:r>
              <a:t/>
            </a:r>
          </a:p>
          <a:p xmlns:a="http://schemas.openxmlformats.org/drawingml/2006/main">
            <a:r>
              <a:t>Sources: outputs/gd_arena_model/artifacts/metrics.json, RESULTS.txt, DATA_SOURCES.txt and training code. VAST: Emily Allaway and Kathleen McKeown (2020), https://aclanthology.org/2020.emnlp-main.717/ ; https://github.com/emilyallaway/zero-shot-stance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frontend is built with plain HTML, CSS and JavaScript. The server is written in Python and uses ThreadingHTTPServer from the standard library to serve the interface and JSON endpoints. The machine-learning pipeline uses scikit-learn for TF-IDF and Logistic Regression. NumPy and SciPy support numerical and sparse feature processing, while CSV files hold datasets and joblib stores the trained model. The voice recognizer is faster-whisper with the pretrained Whisper tiny model. In the browser, MediaRecorder captures audio, speechSynthesis reads replies, and getUserMedia provides optional webcam access. VS Code is used for the local project, and Google Colab notebooks support training and demonstration. The local demo does not require a paid API key.</a:t>
            </a:r>
          </a:p>
          <a:p xmlns:a="http://schemas.openxmlformats.org/drawingml/2006/main">
            <a:r>
              <a:t/>
            </a:r>
          </a:p>
          <a:p xmlns:a="http://schemas.openxmlformats.org/drawingml/2006/main">
            <a:r>
              <a:t>Sources: outputs/gd_arena_model/requirements.txt, server.py, gd_arena.py and web/app.js; provided Google Colab notebooks. faster-whisper: https://github.com/SYSTRAN/faster-whisper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selected Logistic Regression model achieved 43.31 percent accuracy and about 0.387 macro-F1 on 2,907 cleaned public VAST test examples. On the 60 authored GD test examples, it achieved 63.33 percent accuracy and about 0.638 macro-F1. Accuracy measures the proportion of correct predictions. Macro-F1 averages the F1 score equally across all three labels, which helps assess class balance. These numbers show that the demo works but classification remains imperfect, especially beyond its authored topic examples. The GD test data is small and synthetic, and the cleaned VAST setup is not directly comparable with the original paper's reported experiments. The application should therefore be presented as an educational prototype, not a validated interview evaluator. Future work includes independent real-user annotations, stronger contextual models and better multilingual handling. I would now demonstrate one topic, submit a point and show the response and recap.</a:t>
            </a:r>
          </a:p>
          <a:p xmlns:a="http://schemas.openxmlformats.org/drawingml/2006/main">
            <a:r>
              <a:t/>
            </a:r>
          </a:p>
          <a:p xmlns:a="http://schemas.openxmlformats.org/drawingml/2006/main">
            <a:r>
              <a:t>Sources: outputs/gd_arena_model/artifacts/metrics.json and RESULTS.txt. Exact macro-F1: VAST 0.3868; authored GD 0.6376. No calibrated confidence or interview-quality score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20290b1a624db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d1dfb82079f472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b42ca67fbde49e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8d2f42b1d5942c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d6370e5f23647e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a7a7702f1af4f3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3EAA7E4-462E-4483-86BD-9573F6C7B57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F11188B-1032-4069-AC6B-DC8D65C1233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0D87617-E3BD-41C4-B92A-C783F7F5E7A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A3DD5B-426F-45EB-9B55-945EF31F984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B99F046-7BF3-4AF3-939E-262498BC3DB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4C178D8-E344-40D3-BE9F-70A9184366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7FD4713-D611-433E-BCBF-1E99A935E9A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4062CCF-C07E-40AB-894F-21BD1E71091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256F982-A154-4CF1-B55D-8A252EABE3F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22ED5EF-57B9-4B2D-8C61-2F18555CC14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f43feb6ee7a4ddc" /><Relationship Type="http://schemas.openxmlformats.org/officeDocument/2006/relationships/slideLayout" Target="/ppt/slideLayouts/slideLayout1.xml" Id="R8b053adf47954430" /><Relationship Type="http://schemas.openxmlformats.org/officeDocument/2006/relationships/slideLayout" Target="/ppt/slideLayouts/slideLayout2.xml" Id="R58493275b40e43e5" /><Relationship Type="http://schemas.openxmlformats.org/officeDocument/2006/relationships/slideLayout" Target="/ppt/slideLayouts/slideLayout3.xml" Id="Receb44b1dcd14c73" /><Relationship Type="http://schemas.openxmlformats.org/officeDocument/2006/relationships/slideLayout" Target="/ppt/slideLayouts/slideLayout4.xml" Id="R47e0fe8da6e64e62" /><Relationship Type="http://schemas.openxmlformats.org/officeDocument/2006/relationships/slideLayout" Target="/ppt/slideLayouts/slideLayout5.xml" Id="Rcc0e1b70243540fc" /><Relationship Type="http://schemas.openxmlformats.org/officeDocument/2006/relationships/slideLayout" Target="/ppt/slideLayouts/slideLayout6.xml" Id="R4b46c1ae428847c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053adf47954430"/>
    <p:sldLayoutId xmlns:r="http://schemas.openxmlformats.org/officeDocument/2006/relationships" id="2147483650" r:id="R58493275b40e43e5"/>
    <p:sldLayoutId xmlns:r="http://schemas.openxmlformats.org/officeDocument/2006/relationships" id="2147483651" r:id="Receb44b1dcd14c73"/>
    <p:sldLayoutId xmlns:r="http://schemas.openxmlformats.org/officeDocument/2006/relationships" id="2147483652" r:id="R47e0fe8da6e64e62"/>
    <p:sldLayoutId xmlns:r="http://schemas.openxmlformats.org/officeDocument/2006/relationships" id="2147483653" r:id="Rcc0e1b70243540fc"/>
    <p:sldLayoutId xmlns:r="http://schemas.openxmlformats.org/officeDocument/2006/relationships" id="2147483654" r:id="R4b46c1ae428847c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556a2d7082743ae" /><Relationship Type="http://schemas.openxmlformats.org/officeDocument/2006/relationships/image" Target="/ppt/media/image.jpeg" Id="R0c73c13a8b704073" /><Relationship Type="http://schemas.openxmlformats.org/officeDocument/2006/relationships/notesSlide" Target="/ppt/notesSlides/notesSlide1.xml" Id="Rdce2a7e609c4455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9bd8dad6cde495b" /><Relationship Type="http://schemas.openxmlformats.org/officeDocument/2006/relationships/notesSlide" Target="/ppt/notesSlides/notesSlide2.xml" Id="R7a1f5e8389624bc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5fd8a92e2ec4cda" /><Relationship Type="http://schemas.openxmlformats.org/officeDocument/2006/relationships/image" Target="/ppt/media/image2.jpeg" Id="R4e699896e95d4e80" /><Relationship Type="http://schemas.openxmlformats.org/officeDocument/2006/relationships/notesSlide" Target="/ppt/notesSlides/notesSlide3.xml" Id="R9d21db44410349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45f03b194f94202" /><Relationship Type="http://schemas.openxmlformats.org/officeDocument/2006/relationships/notesSlide" Target="/ppt/notesSlides/notesSlide4.xml" Id="R53fb954b7add419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ef2a1be757b4f47" /><Relationship Type="http://schemas.openxmlformats.org/officeDocument/2006/relationships/notesSlide" Target="/ppt/notesSlides/notesSlide5.xml" Id="R35189e9eda1f4e7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0b4b7445721402e" /><Relationship Type="http://schemas.openxmlformats.org/officeDocument/2006/relationships/notesSlide" Target="/ppt/notesSlides/notesSlide6.xml" Id="R26b5be88c16e4fc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993268b49b843bc" /><Relationship Type="http://schemas.openxmlformats.org/officeDocument/2006/relationships/notesSlide" Target="/ppt/notesSlides/notesSlide7.xml" Id="Rf678d8b521da4af9" /></Relationships>
</file>

<file path=ppt/slides/slide1.xml><?xml version="1.0" encoding="utf-8"?>
<p:sld xmlns:p="http://schemas.openxmlformats.org/presentationml/2006/main">
  <p:cSld>
    <p:bg>
      <p:bgPr>
        <a:solidFill xmlns:a="http://schemas.openxmlformats.org/drawingml/2006/main">
          <a:srgbClr val="142421"/>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2000256A-A042-4EC2-9B5A-5ABB52369772}"/>
              </a:ext>
            </a:extLst>
          </p:cNvPr>
          <p:cNvPicPr>
            <a:picLocks xmlns:a="http://schemas.openxmlformats.org/drawingml/2006/main" noChangeAspect="1"/>
          </p:cNvPicPr>
          <p:nvPr/>
        </p:nvPicPr>
        <p:blipFill>
          <a:blip xmlns:r="http://schemas.openxmlformats.org/officeDocument/2006/relationships" xmlns:a="http://schemas.openxmlformats.org/drawingml/2006/main" r:embed="R0c73c13a8b704073"/>
          <a:srcRect xmlns:a="http://schemas.openxmlformats.org/drawingml/2006/main" l="20000" t="0" r="20000" b="0"/>
          <a:stretch xmlns:a="http://schemas.openxmlformats.org/drawingml/2006/main">
            <a:fillRect l="0" t="0" r="0" b="0"/>
          </a:stretch>
        </p:blipFill>
        <p:spPr>
          <a:xfrm xmlns:a="http://schemas.openxmlformats.org/drawingml/2006/main">
            <a:off x="6019800" y="0"/>
            <a:ext cx="6172200" cy="6858000"/>
          </a:xfrm>
          <a:prstGeom xmlns:a="http://schemas.openxmlformats.org/drawingml/2006/main" prst="rect">
            <a:avLst/>
          </a:prstGeom>
        </p:spPr>
      </p:pic>
      <p:sp>
        <p:nvSpPr>
          <p:cNvPr id="2" name="MACHINE LEARNING PROJECT">
            <a:extLst xmlns:a="http://schemas.openxmlformats.org/drawingml/2006/main">
              <a:ext uri="{FF2B5EF4-FFF2-40B4-BE49-F238E27FC236}">
                <a16:creationId xmlns:a16="http://schemas.microsoft.com/office/drawing/2014/main" id="{49E43981-9541-45A8-9F2A-806FA21CEB10}"/>
              </a:ext>
            </a:extLst>
          </p:cNvPr>
          <p:cNvSpPr>
            <a:spLocks xmlns:a="http://schemas.openxmlformats.org/drawingml/2006/main" noGrp="1"/>
          </p:cNvSpPr>
          <p:nvPr/>
        </p:nvSpPr>
        <p:spPr>
          <a:xfrm xmlns:a="http://schemas.openxmlformats.org/drawingml/2006/main">
            <a:off x="533400" y="514350"/>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C5DC9C"/>
                </a:solidFill>
                <a:latin typeface="Arial"/>
                <a:ea typeface="Arial"/>
                <a:cs typeface="Arial"/>
              </a:defRPr>
            </a:defPPr>
            <a:lvl1pPr algn="l">
              <a:defRPr sz="1275" b="1">
                <a:solidFill>
                  <a:srgbClr val="C5DC9C"/>
                </a:solidFill>
                <a:latin typeface="Arial"/>
                <a:ea typeface="Arial"/>
                <a:cs typeface="Arial"/>
              </a:defRPr>
            </a:lvl1pPr>
            <a:lvl2pPr algn="l">
              <a:defRPr sz="1275" b="1">
                <a:solidFill>
                  <a:srgbClr val="C5DC9C"/>
                </a:solidFill>
                <a:latin typeface="Arial"/>
                <a:ea typeface="Arial"/>
                <a:cs typeface="Arial"/>
              </a:defRPr>
            </a:lvl2pPr>
            <a:lvl3pPr algn="l">
              <a:defRPr sz="1275" b="1">
                <a:solidFill>
                  <a:srgbClr val="C5DC9C"/>
                </a:solidFill>
                <a:latin typeface="Arial"/>
                <a:ea typeface="Arial"/>
                <a:cs typeface="Arial"/>
              </a:defRPr>
            </a:lvl3pPr>
            <a:lvl4pPr algn="l">
              <a:defRPr sz="1275" b="1">
                <a:solidFill>
                  <a:srgbClr val="C5DC9C"/>
                </a:solidFill>
                <a:latin typeface="Arial"/>
                <a:ea typeface="Arial"/>
                <a:cs typeface="Arial"/>
              </a:defRPr>
            </a:lvl4pPr>
            <a:lvl5pPr algn="l">
              <a:defRPr sz="1275" b="1">
                <a:solidFill>
                  <a:srgbClr val="C5DC9C"/>
                </a:solidFill>
                <a:latin typeface="Arial"/>
                <a:ea typeface="Arial"/>
                <a:cs typeface="Arial"/>
              </a:defRPr>
            </a:lvl5pPr>
            <a:lvl6pPr algn="l">
              <a:defRPr sz="1275" b="1">
                <a:solidFill>
                  <a:srgbClr val="C5DC9C"/>
                </a:solidFill>
                <a:latin typeface="Arial"/>
                <a:ea typeface="Arial"/>
                <a:cs typeface="Arial"/>
              </a:defRPr>
            </a:lvl6pPr>
            <a:lvl7pPr algn="l">
              <a:defRPr sz="1275" b="1">
                <a:solidFill>
                  <a:srgbClr val="C5DC9C"/>
                </a:solidFill>
                <a:latin typeface="Arial"/>
                <a:ea typeface="Arial"/>
                <a:cs typeface="Arial"/>
              </a:defRPr>
            </a:lvl7pPr>
            <a:lvl8pPr algn="l">
              <a:defRPr sz="1275" b="1">
                <a:solidFill>
                  <a:srgbClr val="C5DC9C"/>
                </a:solidFill>
                <a:latin typeface="Arial"/>
                <a:ea typeface="Arial"/>
                <a:cs typeface="Arial"/>
              </a:defRPr>
            </a:lvl8pPr>
            <a:lvl9pPr algn="l">
              <a:defRPr sz="1275" b="1">
                <a:solidFill>
                  <a:srgbClr val="C5DC9C"/>
                </a:solidFill>
                <a:latin typeface="Arial"/>
                <a:ea typeface="Arial"/>
                <a:cs typeface="Arial"/>
              </a:defRPr>
            </a:lvl9pPr>
          </a:lstStyle>
          <a:p xmlns:a="http://schemas.openxmlformats.org/drawingml/2006/main">
            <a:pPr algn="l">
              <a:defRPr sz="1275" b="1">
                <a:solidFill>
                  <a:srgbClr val="C5DC9C"/>
                </a:solidFill>
                <a:latin typeface="Arial"/>
                <a:ea typeface="Arial"/>
                <a:cs typeface="Arial"/>
              </a:defRPr>
            </a:pPr>
            <a:r>
              <a:rPr sz="1275" b="1">
                <a:solidFill>
                  <a:srgbClr val="C5DC9C"/>
                </a:solidFill>
                <a:latin typeface="Arial"/>
                <a:ea typeface="Arial"/>
                <a:cs typeface="Arial"/>
              </a:rPr>
              <a:t>MACHINE LEARNING PROJECT</a:t>
            </a:r>
          </a:p>
        </p:txBody>
      </p:sp>
      <p:sp>
        <p:nvSpPr>
          <p:cNvPr id="3" name="GD Arena">
            <a:extLst xmlns:a="http://schemas.openxmlformats.org/drawingml/2006/main">
              <a:ext uri="{FF2B5EF4-FFF2-40B4-BE49-F238E27FC236}">
                <a16:creationId xmlns:a16="http://schemas.microsoft.com/office/drawing/2014/main" id="{7FC760C8-689C-43E8-ACB7-CDC57D1DC6A9}"/>
              </a:ext>
            </a:extLst>
          </p:cNvPr>
          <p:cNvSpPr>
            <a:spLocks xmlns:a="http://schemas.openxmlformats.org/drawingml/2006/main" noGrp="1"/>
          </p:cNvSpPr>
          <p:nvPr/>
        </p:nvSpPr>
        <p:spPr>
          <a:xfrm xmlns:a="http://schemas.openxmlformats.org/drawingml/2006/main">
            <a:off x="533400" y="1619250"/>
            <a:ext cx="5238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150" b="1">
                <a:solidFill>
                  <a:srgbClr val="F5F4EE"/>
                </a:solidFill>
                <a:latin typeface="Arial"/>
                <a:ea typeface="Arial"/>
                <a:cs typeface="Arial"/>
              </a:defRPr>
            </a:defPPr>
            <a:lvl1pPr algn="l">
              <a:defRPr sz="6150" b="1">
                <a:solidFill>
                  <a:srgbClr val="F5F4EE"/>
                </a:solidFill>
                <a:latin typeface="Arial"/>
                <a:ea typeface="Arial"/>
                <a:cs typeface="Arial"/>
              </a:defRPr>
            </a:lvl1pPr>
            <a:lvl2pPr algn="l">
              <a:defRPr sz="6150" b="1">
                <a:solidFill>
                  <a:srgbClr val="F5F4EE"/>
                </a:solidFill>
                <a:latin typeface="Arial"/>
                <a:ea typeface="Arial"/>
                <a:cs typeface="Arial"/>
              </a:defRPr>
            </a:lvl2pPr>
            <a:lvl3pPr algn="l">
              <a:defRPr sz="6150" b="1">
                <a:solidFill>
                  <a:srgbClr val="F5F4EE"/>
                </a:solidFill>
                <a:latin typeface="Arial"/>
                <a:ea typeface="Arial"/>
                <a:cs typeface="Arial"/>
              </a:defRPr>
            </a:lvl3pPr>
            <a:lvl4pPr algn="l">
              <a:defRPr sz="6150" b="1">
                <a:solidFill>
                  <a:srgbClr val="F5F4EE"/>
                </a:solidFill>
                <a:latin typeface="Arial"/>
                <a:ea typeface="Arial"/>
                <a:cs typeface="Arial"/>
              </a:defRPr>
            </a:lvl4pPr>
            <a:lvl5pPr algn="l">
              <a:defRPr sz="6150" b="1">
                <a:solidFill>
                  <a:srgbClr val="F5F4EE"/>
                </a:solidFill>
                <a:latin typeface="Arial"/>
                <a:ea typeface="Arial"/>
                <a:cs typeface="Arial"/>
              </a:defRPr>
            </a:lvl5pPr>
            <a:lvl6pPr algn="l">
              <a:defRPr sz="6150" b="1">
                <a:solidFill>
                  <a:srgbClr val="F5F4EE"/>
                </a:solidFill>
                <a:latin typeface="Arial"/>
                <a:ea typeface="Arial"/>
                <a:cs typeface="Arial"/>
              </a:defRPr>
            </a:lvl6pPr>
            <a:lvl7pPr algn="l">
              <a:defRPr sz="6150" b="1">
                <a:solidFill>
                  <a:srgbClr val="F5F4EE"/>
                </a:solidFill>
                <a:latin typeface="Arial"/>
                <a:ea typeface="Arial"/>
                <a:cs typeface="Arial"/>
              </a:defRPr>
            </a:lvl7pPr>
            <a:lvl8pPr algn="l">
              <a:defRPr sz="6150" b="1">
                <a:solidFill>
                  <a:srgbClr val="F5F4EE"/>
                </a:solidFill>
                <a:latin typeface="Arial"/>
                <a:ea typeface="Arial"/>
                <a:cs typeface="Arial"/>
              </a:defRPr>
            </a:lvl8pPr>
            <a:lvl9pPr algn="l">
              <a:defRPr sz="6150" b="1">
                <a:solidFill>
                  <a:srgbClr val="F5F4EE"/>
                </a:solidFill>
                <a:latin typeface="Arial"/>
                <a:ea typeface="Arial"/>
                <a:cs typeface="Arial"/>
              </a:defRPr>
            </a:lvl9pPr>
          </a:lstStyle>
          <a:p xmlns:a="http://schemas.openxmlformats.org/drawingml/2006/main">
            <a:pPr algn="l">
              <a:defRPr sz="6150" b="1">
                <a:solidFill>
                  <a:srgbClr val="F5F4EE"/>
                </a:solidFill>
                <a:latin typeface="Arial"/>
                <a:ea typeface="Arial"/>
                <a:cs typeface="Arial"/>
              </a:defRPr>
            </a:pPr>
            <a:r>
              <a:rPr sz="6150" b="1">
                <a:solidFill>
                  <a:srgbClr val="F5F4EE"/>
                </a:solidFill>
                <a:latin typeface="Arial"/>
                <a:ea typeface="Arial"/>
                <a:cs typeface="Arial"/>
              </a:rPr>
              <a:t>GD Arena</a:t>
            </a:r>
          </a:p>
        </p:txBody>
      </p:sp>
      <p:sp>
        <p:nvSpPr>
          <p:cNvPr id="4" name="ML-Based Group">
            <a:extLst xmlns:a="http://schemas.openxmlformats.org/drawingml/2006/main">
              <a:ext uri="{FF2B5EF4-FFF2-40B4-BE49-F238E27FC236}">
                <a16:creationId xmlns:a16="http://schemas.microsoft.com/office/drawing/2014/main" id="{9194EB9B-1546-4252-9A36-858935AED7C1}"/>
              </a:ext>
            </a:extLst>
          </p:cNvPr>
          <p:cNvSpPr>
            <a:spLocks xmlns:a="http://schemas.openxmlformats.org/drawingml/2006/main" noGrp="1"/>
          </p:cNvSpPr>
          <p:nvPr/>
        </p:nvSpPr>
        <p:spPr>
          <a:xfrm xmlns:a="http://schemas.openxmlformats.org/drawingml/2006/main">
            <a:off x="533400" y="2724150"/>
            <a:ext cx="50006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F5F4EE"/>
                </a:solidFill>
                <a:latin typeface="Arial"/>
                <a:ea typeface="Arial"/>
                <a:cs typeface="Arial"/>
              </a:defRPr>
            </a:defPPr>
            <a:lvl1pPr algn="l">
              <a:defRPr sz="2775" b="1">
                <a:solidFill>
                  <a:srgbClr val="F5F4EE"/>
                </a:solidFill>
                <a:latin typeface="Arial"/>
                <a:ea typeface="Arial"/>
                <a:cs typeface="Arial"/>
              </a:defRPr>
            </a:lvl1pPr>
            <a:lvl2pPr algn="l">
              <a:defRPr sz="2775" b="1">
                <a:solidFill>
                  <a:srgbClr val="F5F4EE"/>
                </a:solidFill>
                <a:latin typeface="Arial"/>
                <a:ea typeface="Arial"/>
                <a:cs typeface="Arial"/>
              </a:defRPr>
            </a:lvl2pPr>
            <a:lvl3pPr algn="l">
              <a:defRPr sz="2775" b="1">
                <a:solidFill>
                  <a:srgbClr val="F5F4EE"/>
                </a:solidFill>
                <a:latin typeface="Arial"/>
                <a:ea typeface="Arial"/>
                <a:cs typeface="Arial"/>
              </a:defRPr>
            </a:lvl3pPr>
            <a:lvl4pPr algn="l">
              <a:defRPr sz="2775" b="1">
                <a:solidFill>
                  <a:srgbClr val="F5F4EE"/>
                </a:solidFill>
                <a:latin typeface="Arial"/>
                <a:ea typeface="Arial"/>
                <a:cs typeface="Arial"/>
              </a:defRPr>
            </a:lvl4pPr>
            <a:lvl5pPr algn="l">
              <a:defRPr sz="2775" b="1">
                <a:solidFill>
                  <a:srgbClr val="F5F4EE"/>
                </a:solidFill>
                <a:latin typeface="Arial"/>
                <a:ea typeface="Arial"/>
                <a:cs typeface="Arial"/>
              </a:defRPr>
            </a:lvl5pPr>
            <a:lvl6pPr algn="l">
              <a:defRPr sz="2775" b="1">
                <a:solidFill>
                  <a:srgbClr val="F5F4EE"/>
                </a:solidFill>
                <a:latin typeface="Arial"/>
                <a:ea typeface="Arial"/>
                <a:cs typeface="Arial"/>
              </a:defRPr>
            </a:lvl6pPr>
            <a:lvl7pPr algn="l">
              <a:defRPr sz="2775" b="1">
                <a:solidFill>
                  <a:srgbClr val="F5F4EE"/>
                </a:solidFill>
                <a:latin typeface="Arial"/>
                <a:ea typeface="Arial"/>
                <a:cs typeface="Arial"/>
              </a:defRPr>
            </a:lvl7pPr>
            <a:lvl8pPr algn="l">
              <a:defRPr sz="2775" b="1">
                <a:solidFill>
                  <a:srgbClr val="F5F4EE"/>
                </a:solidFill>
                <a:latin typeface="Arial"/>
                <a:ea typeface="Arial"/>
                <a:cs typeface="Arial"/>
              </a:defRPr>
            </a:lvl8pPr>
            <a:lvl9pPr algn="l">
              <a:defRPr sz="2775" b="1">
                <a:solidFill>
                  <a:srgbClr val="F5F4EE"/>
                </a:solidFill>
                <a:latin typeface="Arial"/>
                <a:ea typeface="Arial"/>
                <a:cs typeface="Arial"/>
              </a:defRPr>
            </a:lvl9pPr>
          </a:lstStyle>
          <a:p xmlns:a="http://schemas.openxmlformats.org/drawingml/2006/main">
            <a:pPr algn="l">
              <a:defRPr sz="2775" b="1">
                <a:solidFill>
                  <a:srgbClr val="F5F4EE"/>
                </a:solidFill>
                <a:latin typeface="Arial"/>
                <a:ea typeface="Arial"/>
                <a:cs typeface="Arial"/>
              </a:defRPr>
            </a:pPr>
            <a:r>
              <a:rPr sz="2775" b="1">
                <a:solidFill>
                  <a:srgbClr val="F5F4EE"/>
                </a:solidFill>
                <a:latin typeface="Arial"/>
                <a:ea typeface="Arial"/>
                <a:cs typeface="Arial"/>
              </a:rPr>
              <a:t>ML-Based Group</a:t>
            </a:r>
          </a:p>
          <a:p xmlns:a="http://schemas.openxmlformats.org/drawingml/2006/main">
            <a:pPr algn="l">
              <a:defRPr sz="2775" b="1">
                <a:solidFill>
                  <a:srgbClr val="F5F4EE"/>
                </a:solidFill>
                <a:latin typeface="Arial"/>
                <a:ea typeface="Arial"/>
                <a:cs typeface="Arial"/>
              </a:defRPr>
            </a:pPr>
            <a:r>
              <a:rPr sz="2775" b="1">
                <a:solidFill>
                  <a:srgbClr val="F5F4EE"/>
                </a:solidFill>
                <a:latin typeface="Arial"/>
                <a:ea typeface="Arial"/>
                <a:cs typeface="Arial"/>
              </a:rPr>
              <a:t>Discussion Practice</a:t>
            </a:r>
          </a:p>
        </p:txBody>
      </p:sp>
      <p:sp>
        <p:nvSpPr>
          <p:cNvPr id="5" name="Practice your perspective.">
            <a:extLst xmlns:a="http://schemas.openxmlformats.org/drawingml/2006/main">
              <a:ext uri="{FF2B5EF4-FFF2-40B4-BE49-F238E27FC236}">
                <a16:creationId xmlns:a16="http://schemas.microsoft.com/office/drawing/2014/main" id="{746EBAF8-5E49-4BC3-825E-C7DB4A3B4950}"/>
              </a:ext>
            </a:extLst>
          </p:cNvPr>
          <p:cNvSpPr>
            <a:spLocks xmlns:a="http://schemas.openxmlformats.org/drawingml/2006/main" noGrp="1"/>
          </p:cNvSpPr>
          <p:nvPr/>
        </p:nvSpPr>
        <p:spPr>
          <a:xfrm xmlns:a="http://schemas.openxmlformats.org/drawingml/2006/main">
            <a:off x="533400" y="3971925"/>
            <a:ext cx="4857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C2D1C5"/>
                </a:solidFill>
                <a:latin typeface="Arial"/>
                <a:ea typeface="Arial"/>
                <a:cs typeface="Arial"/>
              </a:defRPr>
            </a:defPPr>
            <a:lvl1pPr algn="l">
              <a:defRPr sz="1950" b="0">
                <a:solidFill>
                  <a:srgbClr val="C2D1C5"/>
                </a:solidFill>
                <a:latin typeface="Arial"/>
                <a:ea typeface="Arial"/>
                <a:cs typeface="Arial"/>
              </a:defRPr>
            </a:lvl1pPr>
            <a:lvl2pPr algn="l">
              <a:defRPr sz="1950" b="0">
                <a:solidFill>
                  <a:srgbClr val="C2D1C5"/>
                </a:solidFill>
                <a:latin typeface="Arial"/>
                <a:ea typeface="Arial"/>
                <a:cs typeface="Arial"/>
              </a:defRPr>
            </a:lvl2pPr>
            <a:lvl3pPr algn="l">
              <a:defRPr sz="1950" b="0">
                <a:solidFill>
                  <a:srgbClr val="C2D1C5"/>
                </a:solidFill>
                <a:latin typeface="Arial"/>
                <a:ea typeface="Arial"/>
                <a:cs typeface="Arial"/>
              </a:defRPr>
            </a:lvl3pPr>
            <a:lvl4pPr algn="l">
              <a:defRPr sz="1950" b="0">
                <a:solidFill>
                  <a:srgbClr val="C2D1C5"/>
                </a:solidFill>
                <a:latin typeface="Arial"/>
                <a:ea typeface="Arial"/>
                <a:cs typeface="Arial"/>
              </a:defRPr>
            </a:lvl4pPr>
            <a:lvl5pPr algn="l">
              <a:defRPr sz="1950" b="0">
                <a:solidFill>
                  <a:srgbClr val="C2D1C5"/>
                </a:solidFill>
                <a:latin typeface="Arial"/>
                <a:ea typeface="Arial"/>
                <a:cs typeface="Arial"/>
              </a:defRPr>
            </a:lvl5pPr>
            <a:lvl6pPr algn="l">
              <a:defRPr sz="1950" b="0">
                <a:solidFill>
                  <a:srgbClr val="C2D1C5"/>
                </a:solidFill>
                <a:latin typeface="Arial"/>
                <a:ea typeface="Arial"/>
                <a:cs typeface="Arial"/>
              </a:defRPr>
            </a:lvl6pPr>
            <a:lvl7pPr algn="l">
              <a:defRPr sz="1950" b="0">
                <a:solidFill>
                  <a:srgbClr val="C2D1C5"/>
                </a:solidFill>
                <a:latin typeface="Arial"/>
                <a:ea typeface="Arial"/>
                <a:cs typeface="Arial"/>
              </a:defRPr>
            </a:lvl7pPr>
            <a:lvl8pPr algn="l">
              <a:defRPr sz="1950" b="0">
                <a:solidFill>
                  <a:srgbClr val="C2D1C5"/>
                </a:solidFill>
                <a:latin typeface="Arial"/>
                <a:ea typeface="Arial"/>
                <a:cs typeface="Arial"/>
              </a:defRPr>
            </a:lvl8pPr>
            <a:lvl9pPr algn="l">
              <a:defRPr sz="1950" b="0">
                <a:solidFill>
                  <a:srgbClr val="C2D1C5"/>
                </a:solidFill>
                <a:latin typeface="Arial"/>
                <a:ea typeface="Arial"/>
                <a:cs typeface="Arial"/>
              </a:defRPr>
            </a:lvl9pPr>
          </a:lstStyle>
          <a:p xmlns:a="http://schemas.openxmlformats.org/drawingml/2006/main">
            <a:pPr algn="l">
              <a:defRPr sz="1950" b="0">
                <a:solidFill>
                  <a:srgbClr val="C2D1C5"/>
                </a:solidFill>
                <a:latin typeface="Arial"/>
                <a:ea typeface="Arial"/>
                <a:cs typeface="Arial"/>
              </a:defRPr>
            </a:pPr>
            <a:r>
              <a:rPr sz="1950" b="0">
                <a:solidFill>
                  <a:srgbClr val="C2D1C5"/>
                </a:solidFill>
                <a:latin typeface="Arial"/>
                <a:ea typeface="Arial"/>
                <a:cs typeface="Arial"/>
              </a:rPr>
              <a:t>Practice your perspective.</a:t>
            </a:r>
          </a:p>
          <a:p xmlns:a="http://schemas.openxmlformats.org/drawingml/2006/main">
            <a:pPr algn="l">
              <a:defRPr sz="1950" b="0">
                <a:solidFill>
                  <a:srgbClr val="C2D1C5"/>
                </a:solidFill>
                <a:latin typeface="Arial"/>
                <a:ea typeface="Arial"/>
                <a:cs typeface="Arial"/>
              </a:defRPr>
            </a:pPr>
            <a:r>
              <a:rPr sz="1950" b="0">
                <a:solidFill>
                  <a:srgbClr val="C2D1C5"/>
                </a:solidFill>
                <a:latin typeface="Arial"/>
                <a:ea typeface="Arial"/>
                <a:cs typeface="Arial"/>
              </a:rPr>
              <a:t>Understand the other side.</a:t>
            </a:r>
          </a:p>
        </p:txBody>
      </p:sp>
      <p:sp>
        <p:nvSpPr>
          <p:cNvPr id="6" name="">
            <a:extLst xmlns:a="http://schemas.openxmlformats.org/drawingml/2006/main">
              <a:ext uri="{FF2B5EF4-FFF2-40B4-BE49-F238E27FC236}">
                <a16:creationId xmlns:a16="http://schemas.microsoft.com/office/drawing/2014/main" id="{190BF16C-63B6-4C73-BBC8-7E91AAE7FD06}"/>
              </a:ext>
            </a:extLst>
          </p:cNvPr>
          <p:cNvSpPr>
            <a:spLocks xmlns:a="http://schemas.openxmlformats.org/drawingml/2006/main" noGrp="1"/>
          </p:cNvSpPr>
          <p:nvPr/>
        </p:nvSpPr>
        <p:spPr>
          <a:xfrm xmlns:a="http://schemas.openxmlformats.org/drawingml/2006/main">
            <a:off x="533400" y="5067300"/>
            <a:ext cx="4857750" cy="9525"/>
          </a:xfrm>
          <a:prstGeom xmlns:a="http://schemas.openxmlformats.org/drawingml/2006/main" prst="rect">
            <a:avLst/>
          </a:prstGeom>
          <a:solidFill xmlns:a="http://schemas.openxmlformats.org/drawingml/2006/main">
            <a:srgbClr val="496052"/>
          </a:solidFill>
          <a:ln xmlns:a="http://schemas.openxmlformats.org/drawingml/2006/main" w="0">
            <a:noFill/>
            <a:prstDash val="solid"/>
          </a:ln>
        </p:spPr>
      </p:sp>
      <p:sp>
        <p:nvSpPr>
          <p:cNvPr id="7" name="Presented by: [Your Name]">
            <a:extLst xmlns:a="http://schemas.openxmlformats.org/drawingml/2006/main">
              <a:ext uri="{FF2B5EF4-FFF2-40B4-BE49-F238E27FC236}">
                <a16:creationId xmlns:a16="http://schemas.microsoft.com/office/drawing/2014/main" id="{6CEA7462-A0ED-4795-B597-D51C8516E9B3}"/>
              </a:ext>
            </a:extLst>
          </p:cNvPr>
          <p:cNvSpPr>
            <a:spLocks xmlns:a="http://schemas.openxmlformats.org/drawingml/2006/main" noGrp="1"/>
          </p:cNvSpPr>
          <p:nvPr/>
        </p:nvSpPr>
        <p:spPr>
          <a:xfrm xmlns:a="http://schemas.openxmlformats.org/drawingml/2006/main">
            <a:off x="533400" y="53244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F5F4EE"/>
                </a:solidFill>
                <a:latin typeface="Arial"/>
                <a:ea typeface="Arial"/>
                <a:cs typeface="Arial"/>
              </a:defRPr>
            </a:defPPr>
            <a:lvl1pPr algn="l">
              <a:defRPr sz="1800" b="0">
                <a:solidFill>
                  <a:srgbClr val="F5F4EE"/>
                </a:solidFill>
                <a:latin typeface="Arial"/>
                <a:ea typeface="Arial"/>
                <a:cs typeface="Arial"/>
              </a:defRPr>
            </a:lvl1pPr>
            <a:lvl2pPr algn="l">
              <a:defRPr sz="1800" b="0">
                <a:solidFill>
                  <a:srgbClr val="F5F4EE"/>
                </a:solidFill>
                <a:latin typeface="Arial"/>
                <a:ea typeface="Arial"/>
                <a:cs typeface="Arial"/>
              </a:defRPr>
            </a:lvl2pPr>
            <a:lvl3pPr algn="l">
              <a:defRPr sz="1800" b="0">
                <a:solidFill>
                  <a:srgbClr val="F5F4EE"/>
                </a:solidFill>
                <a:latin typeface="Arial"/>
                <a:ea typeface="Arial"/>
                <a:cs typeface="Arial"/>
              </a:defRPr>
            </a:lvl3pPr>
            <a:lvl4pPr algn="l">
              <a:defRPr sz="1800" b="0">
                <a:solidFill>
                  <a:srgbClr val="F5F4EE"/>
                </a:solidFill>
                <a:latin typeface="Arial"/>
                <a:ea typeface="Arial"/>
                <a:cs typeface="Arial"/>
              </a:defRPr>
            </a:lvl4pPr>
            <a:lvl5pPr algn="l">
              <a:defRPr sz="1800" b="0">
                <a:solidFill>
                  <a:srgbClr val="F5F4EE"/>
                </a:solidFill>
                <a:latin typeface="Arial"/>
                <a:ea typeface="Arial"/>
                <a:cs typeface="Arial"/>
              </a:defRPr>
            </a:lvl5pPr>
            <a:lvl6pPr algn="l">
              <a:defRPr sz="1800" b="0">
                <a:solidFill>
                  <a:srgbClr val="F5F4EE"/>
                </a:solidFill>
                <a:latin typeface="Arial"/>
                <a:ea typeface="Arial"/>
                <a:cs typeface="Arial"/>
              </a:defRPr>
            </a:lvl6pPr>
            <a:lvl7pPr algn="l">
              <a:defRPr sz="1800" b="0">
                <a:solidFill>
                  <a:srgbClr val="F5F4EE"/>
                </a:solidFill>
                <a:latin typeface="Arial"/>
                <a:ea typeface="Arial"/>
                <a:cs typeface="Arial"/>
              </a:defRPr>
            </a:lvl7pPr>
            <a:lvl8pPr algn="l">
              <a:defRPr sz="1800" b="0">
                <a:solidFill>
                  <a:srgbClr val="F5F4EE"/>
                </a:solidFill>
                <a:latin typeface="Arial"/>
                <a:ea typeface="Arial"/>
                <a:cs typeface="Arial"/>
              </a:defRPr>
            </a:lvl8pPr>
            <a:lvl9pPr algn="l">
              <a:defRPr sz="1800" b="0">
                <a:solidFill>
                  <a:srgbClr val="F5F4EE"/>
                </a:solidFill>
                <a:latin typeface="Arial"/>
                <a:ea typeface="Arial"/>
                <a:cs typeface="Arial"/>
              </a:defRPr>
            </a:lvl9pPr>
          </a:lstStyle>
          <a:p xmlns:a="http://schemas.openxmlformats.org/drawingml/2006/main">
            <a:pPr algn="l">
              <a:defRPr sz="1800" b="0">
                <a:solidFill>
                  <a:srgbClr val="F5F4EE"/>
                </a:solidFill>
                <a:latin typeface="Arial"/>
                <a:ea typeface="Arial"/>
                <a:cs typeface="Arial"/>
              </a:defRPr>
            </a:pPr>
            <a:r>
              <a:rPr sz="1800" b="0">
                <a:solidFill>
                  <a:srgbClr val="F5F4EE"/>
                </a:solidFill>
                <a:latin typeface="Arial"/>
                <a:ea typeface="Arial"/>
                <a:cs typeface="Arial"/>
              </a:rPr>
              <a:t>Presented by: [Your Name]</a:t>
            </a:r>
          </a:p>
        </p:txBody>
      </p:sp>
      <p:sp>
        <p:nvSpPr>
          <p:cNvPr id="8" name="[Roll Number]  ·  [Course / College]">
            <a:extLst xmlns:a="http://schemas.openxmlformats.org/drawingml/2006/main">
              <a:ext uri="{FF2B5EF4-FFF2-40B4-BE49-F238E27FC236}">
                <a16:creationId xmlns:a16="http://schemas.microsoft.com/office/drawing/2014/main" id="{9AEF6DD4-4765-4996-9B9C-6B995B02D193}"/>
              </a:ext>
            </a:extLst>
          </p:cNvPr>
          <p:cNvSpPr>
            <a:spLocks xmlns:a="http://schemas.openxmlformats.org/drawingml/2006/main" noGrp="1"/>
          </p:cNvSpPr>
          <p:nvPr/>
        </p:nvSpPr>
        <p:spPr>
          <a:xfrm xmlns:a="http://schemas.openxmlformats.org/drawingml/2006/main">
            <a:off x="533400" y="5762625"/>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C2D1C5"/>
                </a:solidFill>
                <a:latin typeface="Arial"/>
                <a:ea typeface="Arial"/>
                <a:cs typeface="Arial"/>
              </a:defRPr>
            </a:defPPr>
            <a:lvl1pPr algn="l">
              <a:defRPr sz="1575" b="0">
                <a:solidFill>
                  <a:srgbClr val="C2D1C5"/>
                </a:solidFill>
                <a:latin typeface="Arial"/>
                <a:ea typeface="Arial"/>
                <a:cs typeface="Arial"/>
              </a:defRPr>
            </a:lvl1pPr>
            <a:lvl2pPr algn="l">
              <a:defRPr sz="1575" b="0">
                <a:solidFill>
                  <a:srgbClr val="C2D1C5"/>
                </a:solidFill>
                <a:latin typeface="Arial"/>
                <a:ea typeface="Arial"/>
                <a:cs typeface="Arial"/>
              </a:defRPr>
            </a:lvl2pPr>
            <a:lvl3pPr algn="l">
              <a:defRPr sz="1575" b="0">
                <a:solidFill>
                  <a:srgbClr val="C2D1C5"/>
                </a:solidFill>
                <a:latin typeface="Arial"/>
                <a:ea typeface="Arial"/>
                <a:cs typeface="Arial"/>
              </a:defRPr>
            </a:lvl3pPr>
            <a:lvl4pPr algn="l">
              <a:defRPr sz="1575" b="0">
                <a:solidFill>
                  <a:srgbClr val="C2D1C5"/>
                </a:solidFill>
                <a:latin typeface="Arial"/>
                <a:ea typeface="Arial"/>
                <a:cs typeface="Arial"/>
              </a:defRPr>
            </a:lvl4pPr>
            <a:lvl5pPr algn="l">
              <a:defRPr sz="1575" b="0">
                <a:solidFill>
                  <a:srgbClr val="C2D1C5"/>
                </a:solidFill>
                <a:latin typeface="Arial"/>
                <a:ea typeface="Arial"/>
                <a:cs typeface="Arial"/>
              </a:defRPr>
            </a:lvl5pPr>
            <a:lvl6pPr algn="l">
              <a:defRPr sz="1575" b="0">
                <a:solidFill>
                  <a:srgbClr val="C2D1C5"/>
                </a:solidFill>
                <a:latin typeface="Arial"/>
                <a:ea typeface="Arial"/>
                <a:cs typeface="Arial"/>
              </a:defRPr>
            </a:lvl6pPr>
            <a:lvl7pPr algn="l">
              <a:defRPr sz="1575" b="0">
                <a:solidFill>
                  <a:srgbClr val="C2D1C5"/>
                </a:solidFill>
                <a:latin typeface="Arial"/>
                <a:ea typeface="Arial"/>
                <a:cs typeface="Arial"/>
              </a:defRPr>
            </a:lvl7pPr>
            <a:lvl8pPr algn="l">
              <a:defRPr sz="1575" b="0">
                <a:solidFill>
                  <a:srgbClr val="C2D1C5"/>
                </a:solidFill>
                <a:latin typeface="Arial"/>
                <a:ea typeface="Arial"/>
                <a:cs typeface="Arial"/>
              </a:defRPr>
            </a:lvl8pPr>
            <a:lvl9pPr algn="l">
              <a:defRPr sz="1575" b="0">
                <a:solidFill>
                  <a:srgbClr val="C2D1C5"/>
                </a:solidFill>
                <a:latin typeface="Arial"/>
                <a:ea typeface="Arial"/>
                <a:cs typeface="Arial"/>
              </a:defRPr>
            </a:lvl9pPr>
          </a:lstStyle>
          <a:p xmlns:a="http://schemas.openxmlformats.org/drawingml/2006/main">
            <a:pPr algn="l">
              <a:defRPr sz="1575" b="0">
                <a:solidFill>
                  <a:srgbClr val="C2D1C5"/>
                </a:solidFill>
                <a:latin typeface="Arial"/>
                <a:ea typeface="Arial"/>
                <a:cs typeface="Arial"/>
              </a:defRPr>
            </a:pPr>
            <a:r>
              <a:rPr sz="1575" b="0">
                <a:solidFill>
                  <a:srgbClr val="C2D1C5"/>
                </a:solidFill>
                <a:latin typeface="Arial"/>
                <a:ea typeface="Arial"/>
                <a:cs typeface="Arial"/>
              </a:rPr>
              <a:t>[Roll Number]  ·  [Course / College]</a:t>
            </a:r>
          </a:p>
        </p:txBody>
      </p:sp>
      <p:sp>
        <p:nvSpPr>
          <p:cNvPr id="9" name="PROJECT PRESENTATION">
            <a:extLst xmlns:a="http://schemas.openxmlformats.org/drawingml/2006/main">
              <a:ext uri="{FF2B5EF4-FFF2-40B4-BE49-F238E27FC236}">
                <a16:creationId xmlns:a16="http://schemas.microsoft.com/office/drawing/2014/main" id="{950BB0D6-8F79-4A08-8E23-78F0647A7214}"/>
              </a:ext>
            </a:extLst>
          </p:cNvPr>
          <p:cNvSpPr>
            <a:spLocks xmlns:a="http://schemas.openxmlformats.org/drawingml/2006/main" noGrp="1"/>
          </p:cNvSpPr>
          <p:nvPr/>
        </p:nvSpPr>
        <p:spPr>
          <a:xfrm xmlns:a="http://schemas.openxmlformats.org/drawingml/2006/main">
            <a:off x="533400" y="6486525"/>
            <a:ext cx="4762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C5DC9C"/>
                </a:solidFill>
                <a:latin typeface="Arial"/>
                <a:ea typeface="Arial"/>
                <a:cs typeface="Arial"/>
              </a:defRPr>
            </a:defPPr>
            <a:lvl1pPr algn="l">
              <a:defRPr sz="1050" b="1">
                <a:solidFill>
                  <a:srgbClr val="C5DC9C"/>
                </a:solidFill>
                <a:latin typeface="Arial"/>
                <a:ea typeface="Arial"/>
                <a:cs typeface="Arial"/>
              </a:defRPr>
            </a:lvl1pPr>
            <a:lvl2pPr algn="l">
              <a:defRPr sz="1050" b="1">
                <a:solidFill>
                  <a:srgbClr val="C5DC9C"/>
                </a:solidFill>
                <a:latin typeface="Arial"/>
                <a:ea typeface="Arial"/>
                <a:cs typeface="Arial"/>
              </a:defRPr>
            </a:lvl2pPr>
            <a:lvl3pPr algn="l">
              <a:defRPr sz="1050" b="1">
                <a:solidFill>
                  <a:srgbClr val="C5DC9C"/>
                </a:solidFill>
                <a:latin typeface="Arial"/>
                <a:ea typeface="Arial"/>
                <a:cs typeface="Arial"/>
              </a:defRPr>
            </a:lvl3pPr>
            <a:lvl4pPr algn="l">
              <a:defRPr sz="1050" b="1">
                <a:solidFill>
                  <a:srgbClr val="C5DC9C"/>
                </a:solidFill>
                <a:latin typeface="Arial"/>
                <a:ea typeface="Arial"/>
                <a:cs typeface="Arial"/>
              </a:defRPr>
            </a:lvl4pPr>
            <a:lvl5pPr algn="l">
              <a:defRPr sz="1050" b="1">
                <a:solidFill>
                  <a:srgbClr val="C5DC9C"/>
                </a:solidFill>
                <a:latin typeface="Arial"/>
                <a:ea typeface="Arial"/>
                <a:cs typeface="Arial"/>
              </a:defRPr>
            </a:lvl5pPr>
            <a:lvl6pPr algn="l">
              <a:defRPr sz="1050" b="1">
                <a:solidFill>
                  <a:srgbClr val="C5DC9C"/>
                </a:solidFill>
                <a:latin typeface="Arial"/>
                <a:ea typeface="Arial"/>
                <a:cs typeface="Arial"/>
              </a:defRPr>
            </a:lvl6pPr>
            <a:lvl7pPr algn="l">
              <a:defRPr sz="1050" b="1">
                <a:solidFill>
                  <a:srgbClr val="C5DC9C"/>
                </a:solidFill>
                <a:latin typeface="Arial"/>
                <a:ea typeface="Arial"/>
                <a:cs typeface="Arial"/>
              </a:defRPr>
            </a:lvl7pPr>
            <a:lvl8pPr algn="l">
              <a:defRPr sz="1050" b="1">
                <a:solidFill>
                  <a:srgbClr val="C5DC9C"/>
                </a:solidFill>
                <a:latin typeface="Arial"/>
                <a:ea typeface="Arial"/>
                <a:cs typeface="Arial"/>
              </a:defRPr>
            </a:lvl8pPr>
            <a:lvl9pPr algn="l">
              <a:defRPr sz="1050" b="1">
                <a:solidFill>
                  <a:srgbClr val="C5DC9C"/>
                </a:solidFill>
                <a:latin typeface="Arial"/>
                <a:ea typeface="Arial"/>
                <a:cs typeface="Arial"/>
              </a:defRPr>
            </a:lvl9pPr>
          </a:lstStyle>
          <a:p xmlns:a="http://schemas.openxmlformats.org/drawingml/2006/main">
            <a:pPr algn="l">
              <a:defRPr sz="1050" b="1">
                <a:solidFill>
                  <a:srgbClr val="C5DC9C"/>
                </a:solidFill>
                <a:latin typeface="Arial"/>
                <a:ea typeface="Arial"/>
                <a:cs typeface="Arial"/>
              </a:defRPr>
            </a:pPr>
            <a:r>
              <a:rPr sz="1050" b="1">
                <a:solidFill>
                  <a:srgbClr val="C5DC9C"/>
                </a:solidFill>
                <a:latin typeface="Arial"/>
                <a:ea typeface="Arial"/>
                <a:cs typeface="Arial"/>
              </a:rPr>
              <a:t>PROJECT PRESENTATION</a:t>
            </a:r>
          </a:p>
        </p:txBody>
      </p:sp>
    </p:spTree>
    <p:extLst>
      <p:ext uri="{BB962C8B-B14F-4D97-AF65-F5344CB8AC3E}">
        <p14:creationId xmlns:p14="http://schemas.microsoft.com/office/powerpoint/2010/main" val="1851838450"/>
      </p:ext>
    </p:extLst>
  </p:cSld>
</p:sld>
</file>

<file path=ppt/slides/slide2.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22" name="PROJECT OVERVIEW">
            <a:extLst xmlns:a="http://schemas.openxmlformats.org/drawingml/2006/main">
              <a:ext uri="{FF2B5EF4-FFF2-40B4-BE49-F238E27FC236}">
                <a16:creationId xmlns:a16="http://schemas.microsoft.com/office/drawing/2014/main" id="{D10191B9-D1EF-42C5-8C02-9BFFF82DBBFD}"/>
              </a:ext>
            </a:extLst>
          </p:cNvPr>
          <p:cNvSpPr>
            <a:spLocks xmlns:a="http://schemas.openxmlformats.org/drawingml/2006/main" noGrp="1"/>
          </p:cNvSpPr>
          <p:nvPr/>
        </p:nvSpPr>
        <p:spPr>
          <a:xfrm xmlns:a="http://schemas.openxmlformats.org/drawingml/2006/main">
            <a:off x="533400" y="34290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5B7068"/>
                </a:solidFill>
                <a:latin typeface="Arial"/>
                <a:ea typeface="Arial"/>
                <a:cs typeface="Arial"/>
              </a:defRPr>
            </a:defPPr>
            <a:lvl1pPr algn="l">
              <a:defRPr sz="1200" b="1">
                <a:solidFill>
                  <a:srgbClr val="5B7068"/>
                </a:solidFill>
                <a:latin typeface="Arial"/>
                <a:ea typeface="Arial"/>
                <a:cs typeface="Arial"/>
              </a:defRPr>
            </a:lvl1pPr>
            <a:lvl2pPr algn="l">
              <a:defRPr sz="1200" b="1">
                <a:solidFill>
                  <a:srgbClr val="5B7068"/>
                </a:solidFill>
                <a:latin typeface="Arial"/>
                <a:ea typeface="Arial"/>
                <a:cs typeface="Arial"/>
              </a:defRPr>
            </a:lvl2pPr>
            <a:lvl3pPr algn="l">
              <a:defRPr sz="1200" b="1">
                <a:solidFill>
                  <a:srgbClr val="5B7068"/>
                </a:solidFill>
                <a:latin typeface="Arial"/>
                <a:ea typeface="Arial"/>
                <a:cs typeface="Arial"/>
              </a:defRPr>
            </a:lvl3pPr>
            <a:lvl4pPr algn="l">
              <a:defRPr sz="1200" b="1">
                <a:solidFill>
                  <a:srgbClr val="5B7068"/>
                </a:solidFill>
                <a:latin typeface="Arial"/>
                <a:ea typeface="Arial"/>
                <a:cs typeface="Arial"/>
              </a:defRPr>
            </a:lvl4pPr>
            <a:lvl5pPr algn="l">
              <a:defRPr sz="1200" b="1">
                <a:solidFill>
                  <a:srgbClr val="5B7068"/>
                </a:solidFill>
                <a:latin typeface="Arial"/>
                <a:ea typeface="Arial"/>
                <a:cs typeface="Arial"/>
              </a:defRPr>
            </a:lvl5pPr>
            <a:lvl6pPr algn="l">
              <a:defRPr sz="1200" b="1">
                <a:solidFill>
                  <a:srgbClr val="5B7068"/>
                </a:solidFill>
                <a:latin typeface="Arial"/>
                <a:ea typeface="Arial"/>
                <a:cs typeface="Arial"/>
              </a:defRPr>
            </a:lvl6pPr>
            <a:lvl7pPr algn="l">
              <a:defRPr sz="1200" b="1">
                <a:solidFill>
                  <a:srgbClr val="5B7068"/>
                </a:solidFill>
                <a:latin typeface="Arial"/>
                <a:ea typeface="Arial"/>
                <a:cs typeface="Arial"/>
              </a:defRPr>
            </a:lvl7pPr>
            <a:lvl8pPr algn="l">
              <a:defRPr sz="1200" b="1">
                <a:solidFill>
                  <a:srgbClr val="5B7068"/>
                </a:solidFill>
                <a:latin typeface="Arial"/>
                <a:ea typeface="Arial"/>
                <a:cs typeface="Arial"/>
              </a:defRPr>
            </a:lvl8pPr>
            <a:lvl9pPr algn="l">
              <a:defRPr sz="1200" b="1">
                <a:solidFill>
                  <a:srgbClr val="5B7068"/>
                </a:solidFill>
                <a:latin typeface="Arial"/>
                <a:ea typeface="Arial"/>
                <a:cs typeface="Arial"/>
              </a:defRPr>
            </a:lvl9pPr>
          </a:lstStyle>
          <a:p xmlns:a="http://schemas.openxmlformats.org/drawingml/2006/main">
            <a:pPr algn="l">
              <a:defRPr sz="1200" b="1">
                <a:solidFill>
                  <a:srgbClr val="5B7068"/>
                </a:solidFill>
                <a:latin typeface="Arial"/>
                <a:ea typeface="Arial"/>
                <a:cs typeface="Arial"/>
              </a:defRPr>
            </a:pPr>
            <a:r>
              <a:rPr sz="1200" b="1">
                <a:solidFill>
                  <a:srgbClr val="5B7068"/>
                </a:solidFill>
                <a:latin typeface="Arial"/>
                <a:ea typeface="Arial"/>
                <a:cs typeface="Arial"/>
              </a:rPr>
              <a:t>PROJECT OVERVIEW</a:t>
            </a:r>
          </a:p>
        </p:txBody>
      </p:sp>
      <p:sp>
        <p:nvSpPr>
          <p:cNvPr id="2" name="A practice room for interview-style GDs">
            <a:extLst xmlns:a="http://schemas.openxmlformats.org/drawingml/2006/main">
              <a:ext uri="{FF2B5EF4-FFF2-40B4-BE49-F238E27FC236}">
                <a16:creationId xmlns:a16="http://schemas.microsoft.com/office/drawing/2014/main" id="{C7D32433-2B92-46FF-AA5C-12333876651A}"/>
              </a:ext>
            </a:extLst>
          </p:cNvPr>
          <p:cNvSpPr>
            <a:spLocks xmlns:a="http://schemas.openxmlformats.org/drawingml/2006/main" noGrp="1"/>
          </p:cNvSpPr>
          <p:nvPr/>
        </p:nvSpPr>
        <p:spPr>
          <a:xfrm xmlns:a="http://schemas.openxmlformats.org/drawingml/2006/main">
            <a:off x="533400" y="762000"/>
            <a:ext cx="11125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B34"/>
                </a:solidFill>
                <a:latin typeface="Arial"/>
                <a:ea typeface="Arial"/>
                <a:cs typeface="Arial"/>
              </a:defRPr>
            </a:defPPr>
            <a:lvl1pPr algn="l">
              <a:defRPr sz="3300" b="1">
                <a:solidFill>
                  <a:srgbClr val="193B34"/>
                </a:solidFill>
                <a:latin typeface="Arial"/>
                <a:ea typeface="Arial"/>
                <a:cs typeface="Arial"/>
              </a:defRPr>
            </a:lvl1pPr>
            <a:lvl2pPr algn="l">
              <a:defRPr sz="3300" b="1">
                <a:solidFill>
                  <a:srgbClr val="193B34"/>
                </a:solidFill>
                <a:latin typeface="Arial"/>
                <a:ea typeface="Arial"/>
                <a:cs typeface="Arial"/>
              </a:defRPr>
            </a:lvl2pPr>
            <a:lvl3pPr algn="l">
              <a:defRPr sz="3300" b="1">
                <a:solidFill>
                  <a:srgbClr val="193B34"/>
                </a:solidFill>
                <a:latin typeface="Arial"/>
                <a:ea typeface="Arial"/>
                <a:cs typeface="Arial"/>
              </a:defRPr>
            </a:lvl3pPr>
            <a:lvl4pPr algn="l">
              <a:defRPr sz="3300" b="1">
                <a:solidFill>
                  <a:srgbClr val="193B34"/>
                </a:solidFill>
                <a:latin typeface="Arial"/>
                <a:ea typeface="Arial"/>
                <a:cs typeface="Arial"/>
              </a:defRPr>
            </a:lvl4pPr>
            <a:lvl5pPr algn="l">
              <a:defRPr sz="3300" b="1">
                <a:solidFill>
                  <a:srgbClr val="193B34"/>
                </a:solidFill>
                <a:latin typeface="Arial"/>
                <a:ea typeface="Arial"/>
                <a:cs typeface="Arial"/>
              </a:defRPr>
            </a:lvl5pPr>
            <a:lvl6pPr algn="l">
              <a:defRPr sz="3300" b="1">
                <a:solidFill>
                  <a:srgbClr val="193B34"/>
                </a:solidFill>
                <a:latin typeface="Arial"/>
                <a:ea typeface="Arial"/>
                <a:cs typeface="Arial"/>
              </a:defRPr>
            </a:lvl6pPr>
            <a:lvl7pPr algn="l">
              <a:defRPr sz="3300" b="1">
                <a:solidFill>
                  <a:srgbClr val="193B34"/>
                </a:solidFill>
                <a:latin typeface="Arial"/>
                <a:ea typeface="Arial"/>
                <a:cs typeface="Arial"/>
              </a:defRPr>
            </a:lvl7pPr>
            <a:lvl8pPr algn="l">
              <a:defRPr sz="3300" b="1">
                <a:solidFill>
                  <a:srgbClr val="193B34"/>
                </a:solidFill>
                <a:latin typeface="Arial"/>
                <a:ea typeface="Arial"/>
                <a:cs typeface="Arial"/>
              </a:defRPr>
            </a:lvl8pPr>
            <a:lvl9pPr algn="l">
              <a:defRPr sz="3300" b="1">
                <a:solidFill>
                  <a:srgbClr val="193B34"/>
                </a:solidFill>
                <a:latin typeface="Arial"/>
                <a:ea typeface="Arial"/>
                <a:cs typeface="Arial"/>
              </a:defRPr>
            </a:lvl9pPr>
          </a:lstStyle>
          <a:p xmlns:a="http://schemas.openxmlformats.org/drawingml/2006/main">
            <a:pPr algn="l">
              <a:defRPr sz="3300" b="1">
                <a:solidFill>
                  <a:srgbClr val="193B34"/>
                </a:solidFill>
                <a:latin typeface="Arial"/>
                <a:ea typeface="Arial"/>
                <a:cs typeface="Arial"/>
              </a:defRPr>
            </a:pPr>
            <a:r>
              <a:rPr sz="3300" b="1">
                <a:solidFill>
                  <a:srgbClr val="193B34"/>
                </a:solidFill>
                <a:latin typeface="Arial"/>
                <a:ea typeface="Arial"/>
                <a:cs typeface="Arial"/>
              </a:rPr>
              <a:t>A practice room for interview-style GDs</a:t>
            </a:r>
          </a:p>
        </p:txBody>
      </p:sp>
      <p:sp>
        <p:nvSpPr>
          <p:cNvPr id="3" name="">
            <a:extLst xmlns:a="http://schemas.openxmlformats.org/drawingml/2006/main">
              <a:ext uri="{FF2B5EF4-FFF2-40B4-BE49-F238E27FC236}">
                <a16:creationId xmlns:a16="http://schemas.microsoft.com/office/drawing/2014/main" id="{D9708A9A-46D5-4F33-A4E1-2C02B12877A9}"/>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D4DED4"/>
          </a:solidFill>
          <a:ln xmlns:a="http://schemas.openxmlformats.org/drawingml/2006/main" w="0">
            <a:noFill/>
            <a:prstDash val="solid"/>
          </a:ln>
        </p:spPr>
      </p:sp>
      <p:sp>
        <p:nvSpPr>
          <p:cNvPr id="4" name="GD ARENA  /  ML TRAINING PROJECT">
            <a:extLst xmlns:a="http://schemas.openxmlformats.org/drawingml/2006/main">
              <a:ext uri="{FF2B5EF4-FFF2-40B4-BE49-F238E27FC236}">
                <a16:creationId xmlns:a16="http://schemas.microsoft.com/office/drawing/2014/main" id="{EB6DF1F2-126C-4A39-A3AB-AD98DD3BE921}"/>
              </a:ext>
            </a:extLst>
          </p:cNvPr>
          <p:cNvSpPr>
            <a:spLocks xmlns:a="http://schemas.openxmlformats.org/drawingml/2006/main" noGrp="1"/>
          </p:cNvSpPr>
          <p:nvPr/>
        </p:nvSpPr>
        <p:spPr>
          <a:xfrm xmlns:a="http://schemas.openxmlformats.org/drawingml/2006/main">
            <a:off x="533400" y="6553200"/>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1">
                <a:solidFill>
                  <a:srgbClr val="5B7068"/>
                </a:solidFill>
                <a:latin typeface="Arial"/>
                <a:ea typeface="Arial"/>
                <a:cs typeface="Arial"/>
              </a:defRPr>
            </a:defPPr>
            <a:lvl1pPr algn="l">
              <a:defRPr sz="975" b="1">
                <a:solidFill>
                  <a:srgbClr val="5B7068"/>
                </a:solidFill>
                <a:latin typeface="Arial"/>
                <a:ea typeface="Arial"/>
                <a:cs typeface="Arial"/>
              </a:defRPr>
            </a:lvl1pPr>
            <a:lvl2pPr algn="l">
              <a:defRPr sz="975" b="1">
                <a:solidFill>
                  <a:srgbClr val="5B7068"/>
                </a:solidFill>
                <a:latin typeface="Arial"/>
                <a:ea typeface="Arial"/>
                <a:cs typeface="Arial"/>
              </a:defRPr>
            </a:lvl2pPr>
            <a:lvl3pPr algn="l">
              <a:defRPr sz="975" b="1">
                <a:solidFill>
                  <a:srgbClr val="5B7068"/>
                </a:solidFill>
                <a:latin typeface="Arial"/>
                <a:ea typeface="Arial"/>
                <a:cs typeface="Arial"/>
              </a:defRPr>
            </a:lvl3pPr>
            <a:lvl4pPr algn="l">
              <a:defRPr sz="975" b="1">
                <a:solidFill>
                  <a:srgbClr val="5B7068"/>
                </a:solidFill>
                <a:latin typeface="Arial"/>
                <a:ea typeface="Arial"/>
                <a:cs typeface="Arial"/>
              </a:defRPr>
            </a:lvl4pPr>
            <a:lvl5pPr algn="l">
              <a:defRPr sz="975" b="1">
                <a:solidFill>
                  <a:srgbClr val="5B7068"/>
                </a:solidFill>
                <a:latin typeface="Arial"/>
                <a:ea typeface="Arial"/>
                <a:cs typeface="Arial"/>
              </a:defRPr>
            </a:lvl5pPr>
            <a:lvl6pPr algn="l">
              <a:defRPr sz="975" b="1">
                <a:solidFill>
                  <a:srgbClr val="5B7068"/>
                </a:solidFill>
                <a:latin typeface="Arial"/>
                <a:ea typeface="Arial"/>
                <a:cs typeface="Arial"/>
              </a:defRPr>
            </a:lvl6pPr>
            <a:lvl7pPr algn="l">
              <a:defRPr sz="975" b="1">
                <a:solidFill>
                  <a:srgbClr val="5B7068"/>
                </a:solidFill>
                <a:latin typeface="Arial"/>
                <a:ea typeface="Arial"/>
                <a:cs typeface="Arial"/>
              </a:defRPr>
            </a:lvl7pPr>
            <a:lvl8pPr algn="l">
              <a:defRPr sz="975" b="1">
                <a:solidFill>
                  <a:srgbClr val="5B7068"/>
                </a:solidFill>
                <a:latin typeface="Arial"/>
                <a:ea typeface="Arial"/>
                <a:cs typeface="Arial"/>
              </a:defRPr>
            </a:lvl8pPr>
            <a:lvl9pPr algn="l">
              <a:defRPr sz="975" b="1">
                <a:solidFill>
                  <a:srgbClr val="5B7068"/>
                </a:solidFill>
                <a:latin typeface="Arial"/>
                <a:ea typeface="Arial"/>
                <a:cs typeface="Arial"/>
              </a:defRPr>
            </a:lvl9pPr>
          </a:lstStyle>
          <a:p xmlns:a="http://schemas.openxmlformats.org/drawingml/2006/main">
            <a:pPr algn="l">
              <a:defRPr sz="975" b="1">
                <a:solidFill>
                  <a:srgbClr val="5B7068"/>
                </a:solidFill>
                <a:latin typeface="Arial"/>
                <a:ea typeface="Arial"/>
                <a:cs typeface="Arial"/>
              </a:defRPr>
            </a:pPr>
            <a:r>
              <a:rPr sz="975" b="1">
                <a:solidFill>
                  <a:srgbClr val="5B7068"/>
                </a:solidFill>
                <a:latin typeface="Arial"/>
                <a:ea typeface="Arial"/>
                <a:cs typeface="Arial"/>
              </a:rPr>
              <a:t>GD ARENA  /  ML TRAINING PROJECT</a:t>
            </a:r>
          </a:p>
        </p:txBody>
      </p:sp>
      <p:sp>
        <p:nvSpPr>
          <p:cNvPr id="5" name="02 / 07">
            <a:extLst xmlns:a="http://schemas.openxmlformats.org/drawingml/2006/main">
              <a:ext uri="{FF2B5EF4-FFF2-40B4-BE49-F238E27FC236}">
                <a16:creationId xmlns:a16="http://schemas.microsoft.com/office/drawing/2014/main" id="{04C6CC60-91F3-4AB9-AD52-1F918229121A}"/>
              </a:ext>
            </a:extLst>
          </p:cNvPr>
          <p:cNvSpPr>
            <a:spLocks xmlns:a="http://schemas.openxmlformats.org/drawingml/2006/main" noGrp="1"/>
          </p:cNvSpPr>
          <p:nvPr/>
        </p:nvSpPr>
        <p:spPr>
          <a:xfrm xmlns:a="http://schemas.openxmlformats.org/drawingml/2006/main">
            <a:off x="10648950" y="6534150"/>
            <a:ext cx="1009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B7068"/>
                </a:solidFill>
                <a:latin typeface="Arial"/>
                <a:ea typeface="Arial"/>
                <a:cs typeface="Arial"/>
              </a:defRPr>
            </a:defPPr>
            <a:lvl1pPr algn="r">
              <a:defRPr sz="1200" b="0">
                <a:solidFill>
                  <a:srgbClr val="5B7068"/>
                </a:solidFill>
                <a:latin typeface="Arial"/>
                <a:ea typeface="Arial"/>
                <a:cs typeface="Arial"/>
              </a:defRPr>
            </a:lvl1pPr>
            <a:lvl2pPr algn="r">
              <a:defRPr sz="1200" b="0">
                <a:solidFill>
                  <a:srgbClr val="5B7068"/>
                </a:solidFill>
                <a:latin typeface="Arial"/>
                <a:ea typeface="Arial"/>
                <a:cs typeface="Arial"/>
              </a:defRPr>
            </a:lvl2pPr>
            <a:lvl3pPr algn="r">
              <a:defRPr sz="1200" b="0">
                <a:solidFill>
                  <a:srgbClr val="5B7068"/>
                </a:solidFill>
                <a:latin typeface="Arial"/>
                <a:ea typeface="Arial"/>
                <a:cs typeface="Arial"/>
              </a:defRPr>
            </a:lvl3pPr>
            <a:lvl4pPr algn="r">
              <a:defRPr sz="1200" b="0">
                <a:solidFill>
                  <a:srgbClr val="5B7068"/>
                </a:solidFill>
                <a:latin typeface="Arial"/>
                <a:ea typeface="Arial"/>
                <a:cs typeface="Arial"/>
              </a:defRPr>
            </a:lvl4pPr>
            <a:lvl5pPr algn="r">
              <a:defRPr sz="1200" b="0">
                <a:solidFill>
                  <a:srgbClr val="5B7068"/>
                </a:solidFill>
                <a:latin typeface="Arial"/>
                <a:ea typeface="Arial"/>
                <a:cs typeface="Arial"/>
              </a:defRPr>
            </a:lvl5pPr>
            <a:lvl6pPr algn="r">
              <a:defRPr sz="1200" b="0">
                <a:solidFill>
                  <a:srgbClr val="5B7068"/>
                </a:solidFill>
                <a:latin typeface="Arial"/>
                <a:ea typeface="Arial"/>
                <a:cs typeface="Arial"/>
              </a:defRPr>
            </a:lvl6pPr>
            <a:lvl7pPr algn="r">
              <a:defRPr sz="1200" b="0">
                <a:solidFill>
                  <a:srgbClr val="5B7068"/>
                </a:solidFill>
                <a:latin typeface="Arial"/>
                <a:ea typeface="Arial"/>
                <a:cs typeface="Arial"/>
              </a:defRPr>
            </a:lvl7pPr>
            <a:lvl8pPr algn="r">
              <a:defRPr sz="1200" b="0">
                <a:solidFill>
                  <a:srgbClr val="5B7068"/>
                </a:solidFill>
                <a:latin typeface="Arial"/>
                <a:ea typeface="Arial"/>
                <a:cs typeface="Arial"/>
              </a:defRPr>
            </a:lvl8pPr>
            <a:lvl9pPr algn="r">
              <a:defRPr sz="1200" b="0">
                <a:solidFill>
                  <a:srgbClr val="5B7068"/>
                </a:solidFill>
                <a:latin typeface="Arial"/>
                <a:ea typeface="Arial"/>
                <a:cs typeface="Arial"/>
              </a:defRPr>
            </a:lvl9pPr>
          </a:lstStyle>
          <a:p xmlns:a="http://schemas.openxmlformats.org/drawingml/2006/main">
            <a:pPr algn="r">
              <a:defRPr sz="1200" b="0">
                <a:solidFill>
                  <a:srgbClr val="5B7068"/>
                </a:solidFill>
                <a:latin typeface="Arial"/>
                <a:ea typeface="Arial"/>
                <a:cs typeface="Arial"/>
              </a:defRPr>
            </a:pPr>
            <a:r>
              <a:rPr sz="1200" b="0">
                <a:solidFill>
                  <a:srgbClr val="5B7068"/>
                </a:solidFill>
                <a:latin typeface="Arial"/>
                <a:ea typeface="Arial"/>
                <a:cs typeface="Arial"/>
              </a:rPr>
              <a:t>02 / 07</a:t>
            </a:r>
          </a:p>
        </p:txBody>
      </p:sp>
      <p:sp>
        <p:nvSpPr>
          <p:cNvPr id="6" name="THE NEED">
            <a:extLst xmlns:a="http://schemas.openxmlformats.org/drawingml/2006/main">
              <a:ext uri="{FF2B5EF4-FFF2-40B4-BE49-F238E27FC236}">
                <a16:creationId xmlns:a16="http://schemas.microsoft.com/office/drawing/2014/main" id="{2E3E39C4-33B2-47D2-B6BC-E912CE42DAC7}"/>
              </a:ext>
            </a:extLst>
          </p:cNvPr>
          <p:cNvSpPr>
            <a:spLocks xmlns:a="http://schemas.openxmlformats.org/drawingml/2006/main" noGrp="1"/>
          </p:cNvSpPr>
          <p:nvPr/>
        </p:nvSpPr>
        <p:spPr>
          <a:xfrm xmlns:a="http://schemas.openxmlformats.org/drawingml/2006/main">
            <a:off x="533400" y="1885950"/>
            <a:ext cx="4095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B7068"/>
                </a:solidFill>
                <a:latin typeface="Arial"/>
                <a:ea typeface="Arial"/>
                <a:cs typeface="Arial"/>
              </a:defRPr>
            </a:defPPr>
            <a:lvl1pPr algn="l">
              <a:defRPr sz="1275" b="1">
                <a:solidFill>
                  <a:srgbClr val="5B7068"/>
                </a:solidFill>
                <a:latin typeface="Arial"/>
                <a:ea typeface="Arial"/>
                <a:cs typeface="Arial"/>
              </a:defRPr>
            </a:lvl1pPr>
            <a:lvl2pPr algn="l">
              <a:defRPr sz="1275" b="1">
                <a:solidFill>
                  <a:srgbClr val="5B7068"/>
                </a:solidFill>
                <a:latin typeface="Arial"/>
                <a:ea typeface="Arial"/>
                <a:cs typeface="Arial"/>
              </a:defRPr>
            </a:lvl2pPr>
            <a:lvl3pPr algn="l">
              <a:defRPr sz="1275" b="1">
                <a:solidFill>
                  <a:srgbClr val="5B7068"/>
                </a:solidFill>
                <a:latin typeface="Arial"/>
                <a:ea typeface="Arial"/>
                <a:cs typeface="Arial"/>
              </a:defRPr>
            </a:lvl3pPr>
            <a:lvl4pPr algn="l">
              <a:defRPr sz="1275" b="1">
                <a:solidFill>
                  <a:srgbClr val="5B7068"/>
                </a:solidFill>
                <a:latin typeface="Arial"/>
                <a:ea typeface="Arial"/>
                <a:cs typeface="Arial"/>
              </a:defRPr>
            </a:lvl4pPr>
            <a:lvl5pPr algn="l">
              <a:defRPr sz="1275" b="1">
                <a:solidFill>
                  <a:srgbClr val="5B7068"/>
                </a:solidFill>
                <a:latin typeface="Arial"/>
                <a:ea typeface="Arial"/>
                <a:cs typeface="Arial"/>
              </a:defRPr>
            </a:lvl5pPr>
            <a:lvl6pPr algn="l">
              <a:defRPr sz="1275" b="1">
                <a:solidFill>
                  <a:srgbClr val="5B7068"/>
                </a:solidFill>
                <a:latin typeface="Arial"/>
                <a:ea typeface="Arial"/>
                <a:cs typeface="Arial"/>
              </a:defRPr>
            </a:lvl6pPr>
            <a:lvl7pPr algn="l">
              <a:defRPr sz="1275" b="1">
                <a:solidFill>
                  <a:srgbClr val="5B7068"/>
                </a:solidFill>
                <a:latin typeface="Arial"/>
                <a:ea typeface="Arial"/>
                <a:cs typeface="Arial"/>
              </a:defRPr>
            </a:lvl7pPr>
            <a:lvl8pPr algn="l">
              <a:defRPr sz="1275" b="1">
                <a:solidFill>
                  <a:srgbClr val="5B7068"/>
                </a:solidFill>
                <a:latin typeface="Arial"/>
                <a:ea typeface="Arial"/>
                <a:cs typeface="Arial"/>
              </a:defRPr>
            </a:lvl8pPr>
            <a:lvl9pPr algn="l">
              <a:defRPr sz="1275" b="1">
                <a:solidFill>
                  <a:srgbClr val="5B7068"/>
                </a:solidFill>
                <a:latin typeface="Arial"/>
                <a:ea typeface="Arial"/>
                <a:cs typeface="Arial"/>
              </a:defRPr>
            </a:lvl9pPr>
          </a:lstStyle>
          <a:p xmlns:a="http://schemas.openxmlformats.org/drawingml/2006/main">
            <a:pPr algn="l">
              <a:defRPr sz="1275" b="1">
                <a:solidFill>
                  <a:srgbClr val="5B7068"/>
                </a:solidFill>
                <a:latin typeface="Arial"/>
                <a:ea typeface="Arial"/>
                <a:cs typeface="Arial"/>
              </a:defRPr>
            </a:pPr>
            <a:r>
              <a:rPr sz="1275" b="1">
                <a:solidFill>
                  <a:srgbClr val="5B7068"/>
                </a:solidFill>
                <a:latin typeface="Arial"/>
                <a:ea typeface="Arial"/>
                <a:cs typeface="Arial"/>
              </a:rPr>
              <a:t>THE NEED</a:t>
            </a:r>
          </a:p>
        </p:txBody>
      </p:sp>
      <p:sp>
        <p:nvSpPr>
          <p:cNvPr id="7" name="Practising alone makes it">
            <a:extLst xmlns:a="http://schemas.openxmlformats.org/drawingml/2006/main">
              <a:ext uri="{FF2B5EF4-FFF2-40B4-BE49-F238E27FC236}">
                <a16:creationId xmlns:a16="http://schemas.microsoft.com/office/drawing/2014/main" id="{39F4449A-B679-446A-846B-33212ACEDB25}"/>
              </a:ext>
            </a:extLst>
          </p:cNvPr>
          <p:cNvSpPr>
            <a:spLocks xmlns:a="http://schemas.openxmlformats.org/drawingml/2006/main" noGrp="1"/>
          </p:cNvSpPr>
          <p:nvPr/>
        </p:nvSpPr>
        <p:spPr>
          <a:xfrm xmlns:a="http://schemas.openxmlformats.org/drawingml/2006/main">
            <a:off x="533400" y="2324100"/>
            <a:ext cx="4762500"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1">
                <a:solidFill>
                  <a:srgbClr val="193B34"/>
                </a:solidFill>
                <a:latin typeface="Arial"/>
                <a:ea typeface="Arial"/>
                <a:cs typeface="Arial"/>
              </a:defRPr>
            </a:defPPr>
            <a:lvl1pPr algn="l">
              <a:defRPr sz="2925" b="1">
                <a:solidFill>
                  <a:srgbClr val="193B34"/>
                </a:solidFill>
                <a:latin typeface="Arial"/>
                <a:ea typeface="Arial"/>
                <a:cs typeface="Arial"/>
              </a:defRPr>
            </a:lvl1pPr>
            <a:lvl2pPr algn="l">
              <a:defRPr sz="2925" b="1">
                <a:solidFill>
                  <a:srgbClr val="193B34"/>
                </a:solidFill>
                <a:latin typeface="Arial"/>
                <a:ea typeface="Arial"/>
                <a:cs typeface="Arial"/>
              </a:defRPr>
            </a:lvl2pPr>
            <a:lvl3pPr algn="l">
              <a:defRPr sz="2925" b="1">
                <a:solidFill>
                  <a:srgbClr val="193B34"/>
                </a:solidFill>
                <a:latin typeface="Arial"/>
                <a:ea typeface="Arial"/>
                <a:cs typeface="Arial"/>
              </a:defRPr>
            </a:lvl3pPr>
            <a:lvl4pPr algn="l">
              <a:defRPr sz="2925" b="1">
                <a:solidFill>
                  <a:srgbClr val="193B34"/>
                </a:solidFill>
                <a:latin typeface="Arial"/>
                <a:ea typeface="Arial"/>
                <a:cs typeface="Arial"/>
              </a:defRPr>
            </a:lvl4pPr>
            <a:lvl5pPr algn="l">
              <a:defRPr sz="2925" b="1">
                <a:solidFill>
                  <a:srgbClr val="193B34"/>
                </a:solidFill>
                <a:latin typeface="Arial"/>
                <a:ea typeface="Arial"/>
                <a:cs typeface="Arial"/>
              </a:defRPr>
            </a:lvl5pPr>
            <a:lvl6pPr algn="l">
              <a:defRPr sz="2925" b="1">
                <a:solidFill>
                  <a:srgbClr val="193B34"/>
                </a:solidFill>
                <a:latin typeface="Arial"/>
                <a:ea typeface="Arial"/>
                <a:cs typeface="Arial"/>
              </a:defRPr>
            </a:lvl6pPr>
            <a:lvl7pPr algn="l">
              <a:defRPr sz="2925" b="1">
                <a:solidFill>
                  <a:srgbClr val="193B34"/>
                </a:solidFill>
                <a:latin typeface="Arial"/>
                <a:ea typeface="Arial"/>
                <a:cs typeface="Arial"/>
              </a:defRPr>
            </a:lvl7pPr>
            <a:lvl8pPr algn="l">
              <a:defRPr sz="2925" b="1">
                <a:solidFill>
                  <a:srgbClr val="193B34"/>
                </a:solidFill>
                <a:latin typeface="Arial"/>
                <a:ea typeface="Arial"/>
                <a:cs typeface="Arial"/>
              </a:defRPr>
            </a:lvl8pPr>
            <a:lvl9pPr algn="l">
              <a:defRPr sz="2925" b="1">
                <a:solidFill>
                  <a:srgbClr val="193B34"/>
                </a:solidFill>
                <a:latin typeface="Arial"/>
                <a:ea typeface="Arial"/>
                <a:cs typeface="Arial"/>
              </a:defRPr>
            </a:lvl9pPr>
          </a:lstStyle>
          <a:p xmlns:a="http://schemas.openxmlformats.org/drawingml/2006/main">
            <a:pPr algn="l">
              <a:defRPr sz="2925" b="1">
                <a:solidFill>
                  <a:srgbClr val="193B34"/>
                </a:solidFill>
                <a:latin typeface="Arial"/>
                <a:ea typeface="Arial"/>
                <a:cs typeface="Arial"/>
              </a:defRPr>
            </a:pPr>
            <a:r>
              <a:rPr sz="2925" b="1">
                <a:solidFill>
                  <a:srgbClr val="193B34"/>
                </a:solidFill>
                <a:latin typeface="Arial"/>
                <a:ea typeface="Arial"/>
                <a:cs typeface="Arial"/>
              </a:rPr>
              <a:t>Practising alone makes it</a:t>
            </a:r>
          </a:p>
          <a:p xmlns:a="http://schemas.openxmlformats.org/drawingml/2006/main">
            <a:pPr algn="l">
              <a:defRPr sz="2925" b="1">
                <a:solidFill>
                  <a:srgbClr val="193B34"/>
                </a:solidFill>
                <a:latin typeface="Arial"/>
                <a:ea typeface="Arial"/>
                <a:cs typeface="Arial"/>
              </a:defRPr>
            </a:pPr>
            <a:r>
              <a:rPr sz="2925" b="1">
                <a:solidFill>
                  <a:srgbClr val="193B34"/>
                </a:solidFill>
                <a:latin typeface="Arial"/>
                <a:ea typeface="Arial"/>
                <a:cs typeface="Arial"/>
              </a:rPr>
              <a:t>hard to hear different</a:t>
            </a:r>
          </a:p>
          <a:p xmlns:a="http://schemas.openxmlformats.org/drawingml/2006/main">
            <a:pPr algn="l">
              <a:defRPr sz="2925" b="1">
                <a:solidFill>
                  <a:srgbClr val="193B34"/>
                </a:solidFill>
                <a:latin typeface="Arial"/>
                <a:ea typeface="Arial"/>
                <a:cs typeface="Arial"/>
              </a:defRPr>
            </a:pPr>
            <a:r>
              <a:rPr sz="2925" b="1">
                <a:solidFill>
                  <a:srgbClr val="193B34"/>
                </a:solidFill>
                <a:latin typeface="Arial"/>
                <a:ea typeface="Arial"/>
                <a:cs typeface="Arial"/>
              </a:rPr>
              <a:t>points of view.</a:t>
            </a:r>
          </a:p>
        </p:txBody>
      </p:sp>
      <p:sp>
        <p:nvSpPr>
          <p:cNvPr id="8" name="GD Arena brings topic-based discussion,">
            <a:extLst xmlns:a="http://schemas.openxmlformats.org/drawingml/2006/main">
              <a:ext uri="{FF2B5EF4-FFF2-40B4-BE49-F238E27FC236}">
                <a16:creationId xmlns:a16="http://schemas.microsoft.com/office/drawing/2014/main" id="{21E92ED6-4AF3-4EC9-BEC3-3F82395DC73B}"/>
              </a:ext>
            </a:extLst>
          </p:cNvPr>
          <p:cNvSpPr>
            <a:spLocks xmlns:a="http://schemas.openxmlformats.org/drawingml/2006/main" noGrp="1"/>
          </p:cNvSpPr>
          <p:nvPr/>
        </p:nvSpPr>
        <p:spPr>
          <a:xfrm xmlns:a="http://schemas.openxmlformats.org/drawingml/2006/main">
            <a:off x="533400" y="4133850"/>
            <a:ext cx="48101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5B7068"/>
                </a:solidFill>
                <a:latin typeface="Arial"/>
                <a:ea typeface="Arial"/>
                <a:cs typeface="Arial"/>
              </a:defRPr>
            </a:defPPr>
            <a:lvl1pPr algn="l">
              <a:defRPr sz="1950" b="0">
                <a:solidFill>
                  <a:srgbClr val="5B7068"/>
                </a:solidFill>
                <a:latin typeface="Arial"/>
                <a:ea typeface="Arial"/>
                <a:cs typeface="Arial"/>
              </a:defRPr>
            </a:lvl1pPr>
            <a:lvl2pPr algn="l">
              <a:defRPr sz="1950" b="0">
                <a:solidFill>
                  <a:srgbClr val="5B7068"/>
                </a:solidFill>
                <a:latin typeface="Arial"/>
                <a:ea typeface="Arial"/>
                <a:cs typeface="Arial"/>
              </a:defRPr>
            </a:lvl2pPr>
            <a:lvl3pPr algn="l">
              <a:defRPr sz="1950" b="0">
                <a:solidFill>
                  <a:srgbClr val="5B7068"/>
                </a:solidFill>
                <a:latin typeface="Arial"/>
                <a:ea typeface="Arial"/>
                <a:cs typeface="Arial"/>
              </a:defRPr>
            </a:lvl3pPr>
            <a:lvl4pPr algn="l">
              <a:defRPr sz="1950" b="0">
                <a:solidFill>
                  <a:srgbClr val="5B7068"/>
                </a:solidFill>
                <a:latin typeface="Arial"/>
                <a:ea typeface="Arial"/>
                <a:cs typeface="Arial"/>
              </a:defRPr>
            </a:lvl4pPr>
            <a:lvl5pPr algn="l">
              <a:defRPr sz="1950" b="0">
                <a:solidFill>
                  <a:srgbClr val="5B7068"/>
                </a:solidFill>
                <a:latin typeface="Arial"/>
                <a:ea typeface="Arial"/>
                <a:cs typeface="Arial"/>
              </a:defRPr>
            </a:lvl5pPr>
            <a:lvl6pPr algn="l">
              <a:defRPr sz="1950" b="0">
                <a:solidFill>
                  <a:srgbClr val="5B7068"/>
                </a:solidFill>
                <a:latin typeface="Arial"/>
                <a:ea typeface="Arial"/>
                <a:cs typeface="Arial"/>
              </a:defRPr>
            </a:lvl6pPr>
            <a:lvl7pPr algn="l">
              <a:defRPr sz="1950" b="0">
                <a:solidFill>
                  <a:srgbClr val="5B7068"/>
                </a:solidFill>
                <a:latin typeface="Arial"/>
                <a:ea typeface="Arial"/>
                <a:cs typeface="Arial"/>
              </a:defRPr>
            </a:lvl7pPr>
            <a:lvl8pPr algn="l">
              <a:defRPr sz="1950" b="0">
                <a:solidFill>
                  <a:srgbClr val="5B7068"/>
                </a:solidFill>
                <a:latin typeface="Arial"/>
                <a:ea typeface="Arial"/>
                <a:cs typeface="Arial"/>
              </a:defRPr>
            </a:lvl8pPr>
            <a:lvl9pPr algn="l">
              <a:defRPr sz="1950" b="0">
                <a:solidFill>
                  <a:srgbClr val="5B7068"/>
                </a:solidFill>
                <a:latin typeface="Arial"/>
                <a:ea typeface="Arial"/>
                <a:cs typeface="Arial"/>
              </a:defRPr>
            </a:lvl9pPr>
          </a:lstStyle>
          <a:p xmlns:a="http://schemas.openxmlformats.org/drawingml/2006/main">
            <a:pPr algn="l">
              <a:defRPr sz="1950" b="0">
                <a:solidFill>
                  <a:srgbClr val="5B7068"/>
                </a:solidFill>
                <a:latin typeface="Arial"/>
                <a:ea typeface="Arial"/>
                <a:cs typeface="Arial"/>
              </a:defRPr>
            </a:pPr>
            <a:r>
              <a:rPr sz="1950" b="0">
                <a:solidFill>
                  <a:srgbClr val="5B7068"/>
                </a:solidFill>
                <a:latin typeface="Arial"/>
                <a:ea typeface="Arial"/>
                <a:cs typeface="Arial"/>
              </a:rPr>
              <a:t>GD Arena brings topic-based discussion,</a:t>
            </a:r>
          </a:p>
          <a:p xmlns:a="http://schemas.openxmlformats.org/drawingml/2006/main">
            <a:pPr algn="l">
              <a:defRPr sz="1950" b="0">
                <a:solidFill>
                  <a:srgbClr val="5B7068"/>
                </a:solidFill>
                <a:latin typeface="Arial"/>
                <a:ea typeface="Arial"/>
                <a:cs typeface="Arial"/>
              </a:defRPr>
            </a:pPr>
            <a:r>
              <a:rPr sz="1950" b="0">
                <a:solidFill>
                  <a:srgbClr val="5B7068"/>
                </a:solidFill>
                <a:latin typeface="Arial"/>
                <a:ea typeface="Arial"/>
                <a:cs typeface="Arial"/>
              </a:rPr>
              <a:t>voice input and stance feedback into</a:t>
            </a:r>
          </a:p>
          <a:p xmlns:a="http://schemas.openxmlformats.org/drawingml/2006/main">
            <a:pPr algn="l">
              <a:defRPr sz="1950" b="0">
                <a:solidFill>
                  <a:srgbClr val="5B7068"/>
                </a:solidFill>
                <a:latin typeface="Arial"/>
                <a:ea typeface="Arial"/>
                <a:cs typeface="Arial"/>
              </a:defRPr>
            </a:pPr>
            <a:r>
              <a:rPr sz="1950" b="0">
                <a:solidFill>
                  <a:srgbClr val="5B7068"/>
                </a:solidFill>
                <a:latin typeface="Arial"/>
                <a:ea typeface="Arial"/>
                <a:cs typeface="Arial"/>
              </a:rPr>
              <a:t>one guided practice session.</a:t>
            </a:r>
          </a:p>
        </p:txBody>
      </p:sp>
      <p:sp>
        <p:nvSpPr>
          <p:cNvPr id="9" name="10">
            <a:extLst xmlns:a="http://schemas.openxmlformats.org/drawingml/2006/main">
              <a:ext uri="{FF2B5EF4-FFF2-40B4-BE49-F238E27FC236}">
                <a16:creationId xmlns:a16="http://schemas.microsoft.com/office/drawing/2014/main" id="{81B61815-5FCF-4B5D-901D-6563E3333E68}"/>
              </a:ext>
            </a:extLst>
          </p:cNvPr>
          <p:cNvSpPr>
            <a:spLocks xmlns:a="http://schemas.openxmlformats.org/drawingml/2006/main" noGrp="1"/>
          </p:cNvSpPr>
          <p:nvPr/>
        </p:nvSpPr>
        <p:spPr>
          <a:xfrm xmlns:a="http://schemas.openxmlformats.org/drawingml/2006/main">
            <a:off x="5972175" y="1924050"/>
            <a:ext cx="904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193B34"/>
                </a:solidFill>
                <a:latin typeface="Arial"/>
                <a:ea typeface="Arial"/>
                <a:cs typeface="Arial"/>
              </a:defRPr>
            </a:defPPr>
            <a:lvl1pPr algn="l">
              <a:defRPr sz="3900" b="1">
                <a:solidFill>
                  <a:srgbClr val="193B34"/>
                </a:solidFill>
                <a:latin typeface="Arial"/>
                <a:ea typeface="Arial"/>
                <a:cs typeface="Arial"/>
              </a:defRPr>
            </a:lvl1pPr>
            <a:lvl2pPr algn="l">
              <a:defRPr sz="3900" b="1">
                <a:solidFill>
                  <a:srgbClr val="193B34"/>
                </a:solidFill>
                <a:latin typeface="Arial"/>
                <a:ea typeface="Arial"/>
                <a:cs typeface="Arial"/>
              </a:defRPr>
            </a:lvl2pPr>
            <a:lvl3pPr algn="l">
              <a:defRPr sz="3900" b="1">
                <a:solidFill>
                  <a:srgbClr val="193B34"/>
                </a:solidFill>
                <a:latin typeface="Arial"/>
                <a:ea typeface="Arial"/>
                <a:cs typeface="Arial"/>
              </a:defRPr>
            </a:lvl3pPr>
            <a:lvl4pPr algn="l">
              <a:defRPr sz="3900" b="1">
                <a:solidFill>
                  <a:srgbClr val="193B34"/>
                </a:solidFill>
                <a:latin typeface="Arial"/>
                <a:ea typeface="Arial"/>
                <a:cs typeface="Arial"/>
              </a:defRPr>
            </a:lvl4pPr>
            <a:lvl5pPr algn="l">
              <a:defRPr sz="3900" b="1">
                <a:solidFill>
                  <a:srgbClr val="193B34"/>
                </a:solidFill>
                <a:latin typeface="Arial"/>
                <a:ea typeface="Arial"/>
                <a:cs typeface="Arial"/>
              </a:defRPr>
            </a:lvl5pPr>
            <a:lvl6pPr algn="l">
              <a:defRPr sz="3900" b="1">
                <a:solidFill>
                  <a:srgbClr val="193B34"/>
                </a:solidFill>
                <a:latin typeface="Arial"/>
                <a:ea typeface="Arial"/>
                <a:cs typeface="Arial"/>
              </a:defRPr>
            </a:lvl6pPr>
            <a:lvl7pPr algn="l">
              <a:defRPr sz="3900" b="1">
                <a:solidFill>
                  <a:srgbClr val="193B34"/>
                </a:solidFill>
                <a:latin typeface="Arial"/>
                <a:ea typeface="Arial"/>
                <a:cs typeface="Arial"/>
              </a:defRPr>
            </a:lvl7pPr>
            <a:lvl8pPr algn="l">
              <a:defRPr sz="3900" b="1">
                <a:solidFill>
                  <a:srgbClr val="193B34"/>
                </a:solidFill>
                <a:latin typeface="Arial"/>
                <a:ea typeface="Arial"/>
                <a:cs typeface="Arial"/>
              </a:defRPr>
            </a:lvl8pPr>
            <a:lvl9pPr algn="l">
              <a:defRPr sz="3900" b="1">
                <a:solidFill>
                  <a:srgbClr val="193B34"/>
                </a:solidFill>
                <a:latin typeface="Arial"/>
                <a:ea typeface="Arial"/>
                <a:cs typeface="Arial"/>
              </a:defRPr>
            </a:lvl9pPr>
          </a:lstStyle>
          <a:p xmlns:a="http://schemas.openxmlformats.org/drawingml/2006/main">
            <a:pPr algn="l">
              <a:defRPr sz="3900" b="1">
                <a:solidFill>
                  <a:srgbClr val="193B34"/>
                </a:solidFill>
                <a:latin typeface="Arial"/>
                <a:ea typeface="Arial"/>
                <a:cs typeface="Arial"/>
              </a:defRPr>
            </a:pPr>
            <a:r>
              <a:rPr sz="3900" b="1">
                <a:solidFill>
                  <a:srgbClr val="193B34"/>
                </a:solidFill>
                <a:latin typeface="Arial"/>
                <a:ea typeface="Arial"/>
                <a:cs typeface="Arial"/>
              </a:rPr>
              <a:t>10</a:t>
            </a:r>
          </a:p>
        </p:txBody>
      </p:sp>
      <p:sp>
        <p:nvSpPr>
          <p:cNvPr id="10" name="Preset topics">
            <a:extLst xmlns:a="http://schemas.openxmlformats.org/drawingml/2006/main">
              <a:ext uri="{FF2B5EF4-FFF2-40B4-BE49-F238E27FC236}">
                <a16:creationId xmlns:a16="http://schemas.microsoft.com/office/drawing/2014/main" id="{72DDD7E6-FDF4-45B4-B60D-170E7247D282}"/>
              </a:ext>
            </a:extLst>
          </p:cNvPr>
          <p:cNvSpPr>
            <a:spLocks xmlns:a="http://schemas.openxmlformats.org/drawingml/2006/main" noGrp="1"/>
          </p:cNvSpPr>
          <p:nvPr/>
        </p:nvSpPr>
        <p:spPr>
          <a:xfrm xmlns:a="http://schemas.openxmlformats.org/drawingml/2006/main">
            <a:off x="7067550" y="1943100"/>
            <a:ext cx="4524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93B34"/>
                </a:solidFill>
                <a:latin typeface="Arial"/>
                <a:ea typeface="Arial"/>
                <a:cs typeface="Arial"/>
              </a:defRPr>
            </a:defPPr>
            <a:lvl1pPr algn="l">
              <a:defRPr sz="2175" b="1">
                <a:solidFill>
                  <a:srgbClr val="193B34"/>
                </a:solidFill>
                <a:latin typeface="Arial"/>
                <a:ea typeface="Arial"/>
                <a:cs typeface="Arial"/>
              </a:defRPr>
            </a:lvl1pPr>
            <a:lvl2pPr algn="l">
              <a:defRPr sz="2175" b="1">
                <a:solidFill>
                  <a:srgbClr val="193B34"/>
                </a:solidFill>
                <a:latin typeface="Arial"/>
                <a:ea typeface="Arial"/>
                <a:cs typeface="Arial"/>
              </a:defRPr>
            </a:lvl2pPr>
            <a:lvl3pPr algn="l">
              <a:defRPr sz="2175" b="1">
                <a:solidFill>
                  <a:srgbClr val="193B34"/>
                </a:solidFill>
                <a:latin typeface="Arial"/>
                <a:ea typeface="Arial"/>
                <a:cs typeface="Arial"/>
              </a:defRPr>
            </a:lvl3pPr>
            <a:lvl4pPr algn="l">
              <a:defRPr sz="2175" b="1">
                <a:solidFill>
                  <a:srgbClr val="193B34"/>
                </a:solidFill>
                <a:latin typeface="Arial"/>
                <a:ea typeface="Arial"/>
                <a:cs typeface="Arial"/>
              </a:defRPr>
            </a:lvl4pPr>
            <a:lvl5pPr algn="l">
              <a:defRPr sz="2175" b="1">
                <a:solidFill>
                  <a:srgbClr val="193B34"/>
                </a:solidFill>
                <a:latin typeface="Arial"/>
                <a:ea typeface="Arial"/>
                <a:cs typeface="Arial"/>
              </a:defRPr>
            </a:lvl5pPr>
            <a:lvl6pPr algn="l">
              <a:defRPr sz="2175" b="1">
                <a:solidFill>
                  <a:srgbClr val="193B34"/>
                </a:solidFill>
                <a:latin typeface="Arial"/>
                <a:ea typeface="Arial"/>
                <a:cs typeface="Arial"/>
              </a:defRPr>
            </a:lvl6pPr>
            <a:lvl7pPr algn="l">
              <a:defRPr sz="2175" b="1">
                <a:solidFill>
                  <a:srgbClr val="193B34"/>
                </a:solidFill>
                <a:latin typeface="Arial"/>
                <a:ea typeface="Arial"/>
                <a:cs typeface="Arial"/>
              </a:defRPr>
            </a:lvl7pPr>
            <a:lvl8pPr algn="l">
              <a:defRPr sz="2175" b="1">
                <a:solidFill>
                  <a:srgbClr val="193B34"/>
                </a:solidFill>
                <a:latin typeface="Arial"/>
                <a:ea typeface="Arial"/>
                <a:cs typeface="Arial"/>
              </a:defRPr>
            </a:lvl8pPr>
            <a:lvl9pPr algn="l">
              <a:defRPr sz="2175" b="1">
                <a:solidFill>
                  <a:srgbClr val="193B34"/>
                </a:solidFill>
                <a:latin typeface="Arial"/>
                <a:ea typeface="Arial"/>
                <a:cs typeface="Arial"/>
              </a:defRPr>
            </a:lvl9pPr>
          </a:lstStyle>
          <a:p xmlns:a="http://schemas.openxmlformats.org/drawingml/2006/main">
            <a:pPr algn="l">
              <a:defRPr sz="2175" b="1">
                <a:solidFill>
                  <a:srgbClr val="193B34"/>
                </a:solidFill>
                <a:latin typeface="Arial"/>
                <a:ea typeface="Arial"/>
                <a:cs typeface="Arial"/>
              </a:defRPr>
            </a:pPr>
            <a:r>
              <a:rPr sz="2175" b="1">
                <a:solidFill>
                  <a:srgbClr val="193B34"/>
                </a:solidFill>
                <a:latin typeface="Arial"/>
                <a:ea typeface="Arial"/>
                <a:cs typeface="Arial"/>
              </a:rPr>
              <a:t>Preset topics</a:t>
            </a:r>
          </a:p>
        </p:txBody>
      </p:sp>
      <p:sp>
        <p:nvSpPr>
          <p:cNvPr id="11" name="AI and jobs, remote work, skills vs degrees">
            <a:extLst xmlns:a="http://schemas.openxmlformats.org/drawingml/2006/main">
              <a:ext uri="{FF2B5EF4-FFF2-40B4-BE49-F238E27FC236}">
                <a16:creationId xmlns:a16="http://schemas.microsoft.com/office/drawing/2014/main" id="{3A81B770-8F64-4325-95F1-DB238391FBC1}"/>
              </a:ext>
            </a:extLst>
          </p:cNvPr>
          <p:cNvSpPr>
            <a:spLocks xmlns:a="http://schemas.openxmlformats.org/drawingml/2006/main" noGrp="1"/>
          </p:cNvSpPr>
          <p:nvPr/>
        </p:nvSpPr>
        <p:spPr>
          <a:xfrm xmlns:a="http://schemas.openxmlformats.org/drawingml/2006/main">
            <a:off x="7067550" y="2371725"/>
            <a:ext cx="4524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B7068"/>
                </a:solidFill>
                <a:latin typeface="Arial"/>
                <a:ea typeface="Arial"/>
                <a:cs typeface="Arial"/>
              </a:defRPr>
            </a:defPPr>
            <a:lvl1pPr algn="l">
              <a:defRPr sz="1725" b="0">
                <a:solidFill>
                  <a:srgbClr val="5B7068"/>
                </a:solidFill>
                <a:latin typeface="Arial"/>
                <a:ea typeface="Arial"/>
                <a:cs typeface="Arial"/>
              </a:defRPr>
            </a:lvl1pPr>
            <a:lvl2pPr algn="l">
              <a:defRPr sz="1725" b="0">
                <a:solidFill>
                  <a:srgbClr val="5B7068"/>
                </a:solidFill>
                <a:latin typeface="Arial"/>
                <a:ea typeface="Arial"/>
                <a:cs typeface="Arial"/>
              </a:defRPr>
            </a:lvl2pPr>
            <a:lvl3pPr algn="l">
              <a:defRPr sz="1725" b="0">
                <a:solidFill>
                  <a:srgbClr val="5B7068"/>
                </a:solidFill>
                <a:latin typeface="Arial"/>
                <a:ea typeface="Arial"/>
                <a:cs typeface="Arial"/>
              </a:defRPr>
            </a:lvl3pPr>
            <a:lvl4pPr algn="l">
              <a:defRPr sz="1725" b="0">
                <a:solidFill>
                  <a:srgbClr val="5B7068"/>
                </a:solidFill>
                <a:latin typeface="Arial"/>
                <a:ea typeface="Arial"/>
                <a:cs typeface="Arial"/>
              </a:defRPr>
            </a:lvl4pPr>
            <a:lvl5pPr algn="l">
              <a:defRPr sz="1725" b="0">
                <a:solidFill>
                  <a:srgbClr val="5B7068"/>
                </a:solidFill>
                <a:latin typeface="Arial"/>
                <a:ea typeface="Arial"/>
                <a:cs typeface="Arial"/>
              </a:defRPr>
            </a:lvl5pPr>
            <a:lvl6pPr algn="l">
              <a:defRPr sz="1725" b="0">
                <a:solidFill>
                  <a:srgbClr val="5B7068"/>
                </a:solidFill>
                <a:latin typeface="Arial"/>
                <a:ea typeface="Arial"/>
                <a:cs typeface="Arial"/>
              </a:defRPr>
            </a:lvl6pPr>
            <a:lvl7pPr algn="l">
              <a:defRPr sz="1725" b="0">
                <a:solidFill>
                  <a:srgbClr val="5B7068"/>
                </a:solidFill>
                <a:latin typeface="Arial"/>
                <a:ea typeface="Arial"/>
                <a:cs typeface="Arial"/>
              </a:defRPr>
            </a:lvl7pPr>
            <a:lvl8pPr algn="l">
              <a:defRPr sz="1725" b="0">
                <a:solidFill>
                  <a:srgbClr val="5B7068"/>
                </a:solidFill>
                <a:latin typeface="Arial"/>
                <a:ea typeface="Arial"/>
                <a:cs typeface="Arial"/>
              </a:defRPr>
            </a:lvl8pPr>
            <a:lvl9pPr algn="l">
              <a:defRPr sz="1725" b="0">
                <a:solidFill>
                  <a:srgbClr val="5B7068"/>
                </a:solidFill>
                <a:latin typeface="Arial"/>
                <a:ea typeface="Arial"/>
                <a:cs typeface="Arial"/>
              </a:defRPr>
            </a:lvl9pPr>
          </a:lstStyle>
          <a:p xmlns:a="http://schemas.openxmlformats.org/drawingml/2006/main">
            <a:pPr algn="l">
              <a:defRPr sz="1725" b="0">
                <a:solidFill>
                  <a:srgbClr val="5B7068"/>
                </a:solidFill>
                <a:latin typeface="Arial"/>
                <a:ea typeface="Arial"/>
                <a:cs typeface="Arial"/>
              </a:defRPr>
            </a:pPr>
            <a:r>
              <a:rPr sz="1725" b="0">
                <a:solidFill>
                  <a:srgbClr val="5B7068"/>
                </a:solidFill>
                <a:latin typeface="Arial"/>
                <a:ea typeface="Arial"/>
                <a:cs typeface="Arial"/>
              </a:rPr>
              <a:t>AI and jobs, remote work, skills vs degrees</a:t>
            </a:r>
          </a:p>
        </p:txBody>
      </p:sp>
      <p:sp>
        <p:nvSpPr>
          <p:cNvPr id="12" name="">
            <a:extLst xmlns:a="http://schemas.openxmlformats.org/drawingml/2006/main">
              <a:ext uri="{FF2B5EF4-FFF2-40B4-BE49-F238E27FC236}">
                <a16:creationId xmlns:a16="http://schemas.microsoft.com/office/drawing/2014/main" id="{89B6BF27-CED3-4D87-894D-D85DC7250EBF}"/>
              </a:ext>
            </a:extLst>
          </p:cNvPr>
          <p:cNvSpPr>
            <a:spLocks xmlns:a="http://schemas.openxmlformats.org/drawingml/2006/main" noGrp="1"/>
          </p:cNvSpPr>
          <p:nvPr/>
        </p:nvSpPr>
        <p:spPr>
          <a:xfrm xmlns:a="http://schemas.openxmlformats.org/drawingml/2006/main">
            <a:off x="5972175" y="3019425"/>
            <a:ext cx="5686425" cy="9525"/>
          </a:xfrm>
          <a:prstGeom xmlns:a="http://schemas.openxmlformats.org/drawingml/2006/main" prst="rect">
            <a:avLst/>
          </a:prstGeom>
          <a:solidFill xmlns:a="http://schemas.openxmlformats.org/drawingml/2006/main">
            <a:srgbClr val="D4DED4"/>
          </a:solidFill>
          <a:ln xmlns:a="http://schemas.openxmlformats.org/drawingml/2006/main" w="0">
            <a:noFill/>
            <a:prstDash val="solid"/>
          </a:ln>
        </p:spPr>
      </p:sp>
      <p:sp>
        <p:nvSpPr>
          <p:cNvPr id="13" name="03">
            <a:extLst xmlns:a="http://schemas.openxmlformats.org/drawingml/2006/main">
              <a:ext uri="{FF2B5EF4-FFF2-40B4-BE49-F238E27FC236}">
                <a16:creationId xmlns:a16="http://schemas.microsoft.com/office/drawing/2014/main" id="{913788AE-D814-4030-BF1B-40662EEF602D}"/>
              </a:ext>
            </a:extLst>
          </p:cNvPr>
          <p:cNvSpPr>
            <a:spLocks xmlns:a="http://schemas.openxmlformats.org/drawingml/2006/main" noGrp="1"/>
          </p:cNvSpPr>
          <p:nvPr/>
        </p:nvSpPr>
        <p:spPr>
          <a:xfrm xmlns:a="http://schemas.openxmlformats.org/drawingml/2006/main">
            <a:off x="5972175" y="3200400"/>
            <a:ext cx="904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193B34"/>
                </a:solidFill>
                <a:latin typeface="Arial"/>
                <a:ea typeface="Arial"/>
                <a:cs typeface="Arial"/>
              </a:defRPr>
            </a:defPPr>
            <a:lvl1pPr algn="l">
              <a:defRPr sz="3900" b="1">
                <a:solidFill>
                  <a:srgbClr val="193B34"/>
                </a:solidFill>
                <a:latin typeface="Arial"/>
                <a:ea typeface="Arial"/>
                <a:cs typeface="Arial"/>
              </a:defRPr>
            </a:lvl1pPr>
            <a:lvl2pPr algn="l">
              <a:defRPr sz="3900" b="1">
                <a:solidFill>
                  <a:srgbClr val="193B34"/>
                </a:solidFill>
                <a:latin typeface="Arial"/>
                <a:ea typeface="Arial"/>
                <a:cs typeface="Arial"/>
              </a:defRPr>
            </a:lvl2pPr>
            <a:lvl3pPr algn="l">
              <a:defRPr sz="3900" b="1">
                <a:solidFill>
                  <a:srgbClr val="193B34"/>
                </a:solidFill>
                <a:latin typeface="Arial"/>
                <a:ea typeface="Arial"/>
                <a:cs typeface="Arial"/>
              </a:defRPr>
            </a:lvl3pPr>
            <a:lvl4pPr algn="l">
              <a:defRPr sz="3900" b="1">
                <a:solidFill>
                  <a:srgbClr val="193B34"/>
                </a:solidFill>
                <a:latin typeface="Arial"/>
                <a:ea typeface="Arial"/>
                <a:cs typeface="Arial"/>
              </a:defRPr>
            </a:lvl4pPr>
            <a:lvl5pPr algn="l">
              <a:defRPr sz="3900" b="1">
                <a:solidFill>
                  <a:srgbClr val="193B34"/>
                </a:solidFill>
                <a:latin typeface="Arial"/>
                <a:ea typeface="Arial"/>
                <a:cs typeface="Arial"/>
              </a:defRPr>
            </a:lvl5pPr>
            <a:lvl6pPr algn="l">
              <a:defRPr sz="3900" b="1">
                <a:solidFill>
                  <a:srgbClr val="193B34"/>
                </a:solidFill>
                <a:latin typeface="Arial"/>
                <a:ea typeface="Arial"/>
                <a:cs typeface="Arial"/>
              </a:defRPr>
            </a:lvl6pPr>
            <a:lvl7pPr algn="l">
              <a:defRPr sz="3900" b="1">
                <a:solidFill>
                  <a:srgbClr val="193B34"/>
                </a:solidFill>
                <a:latin typeface="Arial"/>
                <a:ea typeface="Arial"/>
                <a:cs typeface="Arial"/>
              </a:defRPr>
            </a:lvl7pPr>
            <a:lvl8pPr algn="l">
              <a:defRPr sz="3900" b="1">
                <a:solidFill>
                  <a:srgbClr val="193B34"/>
                </a:solidFill>
                <a:latin typeface="Arial"/>
                <a:ea typeface="Arial"/>
                <a:cs typeface="Arial"/>
              </a:defRPr>
            </a:lvl8pPr>
            <a:lvl9pPr algn="l">
              <a:defRPr sz="3900" b="1">
                <a:solidFill>
                  <a:srgbClr val="193B34"/>
                </a:solidFill>
                <a:latin typeface="Arial"/>
                <a:ea typeface="Arial"/>
                <a:cs typeface="Arial"/>
              </a:defRPr>
            </a:lvl9pPr>
          </a:lstStyle>
          <a:p xmlns:a="http://schemas.openxmlformats.org/drawingml/2006/main">
            <a:pPr algn="l">
              <a:defRPr sz="3900" b="1">
                <a:solidFill>
                  <a:srgbClr val="193B34"/>
                </a:solidFill>
                <a:latin typeface="Arial"/>
                <a:ea typeface="Arial"/>
                <a:cs typeface="Arial"/>
              </a:defRPr>
            </a:pPr>
            <a:r>
              <a:rPr sz="3900" b="1">
                <a:solidFill>
                  <a:srgbClr val="193B34"/>
                </a:solidFill>
                <a:latin typeface="Arial"/>
                <a:ea typeface="Arial"/>
                <a:cs typeface="Arial"/>
              </a:rPr>
              <a:t>03</a:t>
            </a:r>
          </a:p>
        </p:txBody>
      </p:sp>
      <p:sp>
        <p:nvSpPr>
          <p:cNvPr id="14" name="Virtual practice partners">
            <a:extLst xmlns:a="http://schemas.openxmlformats.org/drawingml/2006/main">
              <a:ext uri="{FF2B5EF4-FFF2-40B4-BE49-F238E27FC236}">
                <a16:creationId xmlns:a16="http://schemas.microsoft.com/office/drawing/2014/main" id="{2E549FEA-4F6B-437B-B959-FF416A0A0AAE}"/>
              </a:ext>
            </a:extLst>
          </p:cNvPr>
          <p:cNvSpPr>
            <a:spLocks xmlns:a="http://schemas.openxmlformats.org/drawingml/2006/main" noGrp="1"/>
          </p:cNvSpPr>
          <p:nvPr/>
        </p:nvSpPr>
        <p:spPr>
          <a:xfrm xmlns:a="http://schemas.openxmlformats.org/drawingml/2006/main">
            <a:off x="7067550" y="3219450"/>
            <a:ext cx="4524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93B34"/>
                </a:solidFill>
                <a:latin typeface="Arial"/>
                <a:ea typeface="Arial"/>
                <a:cs typeface="Arial"/>
              </a:defRPr>
            </a:defPPr>
            <a:lvl1pPr algn="l">
              <a:defRPr sz="2175" b="1">
                <a:solidFill>
                  <a:srgbClr val="193B34"/>
                </a:solidFill>
                <a:latin typeface="Arial"/>
                <a:ea typeface="Arial"/>
                <a:cs typeface="Arial"/>
              </a:defRPr>
            </a:lvl1pPr>
            <a:lvl2pPr algn="l">
              <a:defRPr sz="2175" b="1">
                <a:solidFill>
                  <a:srgbClr val="193B34"/>
                </a:solidFill>
                <a:latin typeface="Arial"/>
                <a:ea typeface="Arial"/>
                <a:cs typeface="Arial"/>
              </a:defRPr>
            </a:lvl2pPr>
            <a:lvl3pPr algn="l">
              <a:defRPr sz="2175" b="1">
                <a:solidFill>
                  <a:srgbClr val="193B34"/>
                </a:solidFill>
                <a:latin typeface="Arial"/>
                <a:ea typeface="Arial"/>
                <a:cs typeface="Arial"/>
              </a:defRPr>
            </a:lvl3pPr>
            <a:lvl4pPr algn="l">
              <a:defRPr sz="2175" b="1">
                <a:solidFill>
                  <a:srgbClr val="193B34"/>
                </a:solidFill>
                <a:latin typeface="Arial"/>
                <a:ea typeface="Arial"/>
                <a:cs typeface="Arial"/>
              </a:defRPr>
            </a:lvl4pPr>
            <a:lvl5pPr algn="l">
              <a:defRPr sz="2175" b="1">
                <a:solidFill>
                  <a:srgbClr val="193B34"/>
                </a:solidFill>
                <a:latin typeface="Arial"/>
                <a:ea typeface="Arial"/>
                <a:cs typeface="Arial"/>
              </a:defRPr>
            </a:lvl5pPr>
            <a:lvl6pPr algn="l">
              <a:defRPr sz="2175" b="1">
                <a:solidFill>
                  <a:srgbClr val="193B34"/>
                </a:solidFill>
                <a:latin typeface="Arial"/>
                <a:ea typeface="Arial"/>
                <a:cs typeface="Arial"/>
              </a:defRPr>
            </a:lvl6pPr>
            <a:lvl7pPr algn="l">
              <a:defRPr sz="2175" b="1">
                <a:solidFill>
                  <a:srgbClr val="193B34"/>
                </a:solidFill>
                <a:latin typeface="Arial"/>
                <a:ea typeface="Arial"/>
                <a:cs typeface="Arial"/>
              </a:defRPr>
            </a:lvl7pPr>
            <a:lvl8pPr algn="l">
              <a:defRPr sz="2175" b="1">
                <a:solidFill>
                  <a:srgbClr val="193B34"/>
                </a:solidFill>
                <a:latin typeface="Arial"/>
                <a:ea typeface="Arial"/>
                <a:cs typeface="Arial"/>
              </a:defRPr>
            </a:lvl8pPr>
            <a:lvl9pPr algn="l">
              <a:defRPr sz="2175" b="1">
                <a:solidFill>
                  <a:srgbClr val="193B34"/>
                </a:solidFill>
                <a:latin typeface="Arial"/>
                <a:ea typeface="Arial"/>
                <a:cs typeface="Arial"/>
              </a:defRPr>
            </a:lvl9pPr>
          </a:lstStyle>
          <a:p xmlns:a="http://schemas.openxmlformats.org/drawingml/2006/main">
            <a:pPr algn="l">
              <a:defRPr sz="2175" b="1">
                <a:solidFill>
                  <a:srgbClr val="193B34"/>
                </a:solidFill>
                <a:latin typeface="Arial"/>
                <a:ea typeface="Arial"/>
                <a:cs typeface="Arial"/>
              </a:defRPr>
            </a:pPr>
            <a:r>
              <a:rPr sz="2175" b="1">
                <a:solidFill>
                  <a:srgbClr val="193B34"/>
                </a:solidFill>
                <a:latin typeface="Arial"/>
                <a:ea typeface="Arial"/>
                <a:cs typeface="Arial"/>
              </a:rPr>
              <a:t>Virtual practice partners</a:t>
            </a:r>
          </a:p>
        </p:txBody>
      </p:sp>
      <p:sp>
        <p:nvSpPr>
          <p:cNvPr id="15" name="Supportive, challenging and neutral perspectives">
            <a:extLst xmlns:a="http://schemas.openxmlformats.org/drawingml/2006/main">
              <a:ext uri="{FF2B5EF4-FFF2-40B4-BE49-F238E27FC236}">
                <a16:creationId xmlns:a16="http://schemas.microsoft.com/office/drawing/2014/main" id="{42FEDC65-ADFA-4259-BF1E-2AEA23F00C43}"/>
              </a:ext>
            </a:extLst>
          </p:cNvPr>
          <p:cNvSpPr>
            <a:spLocks xmlns:a="http://schemas.openxmlformats.org/drawingml/2006/main" noGrp="1"/>
          </p:cNvSpPr>
          <p:nvPr/>
        </p:nvSpPr>
        <p:spPr>
          <a:xfrm xmlns:a="http://schemas.openxmlformats.org/drawingml/2006/main">
            <a:off x="7067550" y="3648075"/>
            <a:ext cx="4524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B7068"/>
                </a:solidFill>
                <a:latin typeface="Arial"/>
                <a:ea typeface="Arial"/>
                <a:cs typeface="Arial"/>
              </a:defRPr>
            </a:defPPr>
            <a:lvl1pPr algn="l">
              <a:defRPr sz="1725" b="0">
                <a:solidFill>
                  <a:srgbClr val="5B7068"/>
                </a:solidFill>
                <a:latin typeface="Arial"/>
                <a:ea typeface="Arial"/>
                <a:cs typeface="Arial"/>
              </a:defRPr>
            </a:lvl1pPr>
            <a:lvl2pPr algn="l">
              <a:defRPr sz="1725" b="0">
                <a:solidFill>
                  <a:srgbClr val="5B7068"/>
                </a:solidFill>
                <a:latin typeface="Arial"/>
                <a:ea typeface="Arial"/>
                <a:cs typeface="Arial"/>
              </a:defRPr>
            </a:lvl2pPr>
            <a:lvl3pPr algn="l">
              <a:defRPr sz="1725" b="0">
                <a:solidFill>
                  <a:srgbClr val="5B7068"/>
                </a:solidFill>
                <a:latin typeface="Arial"/>
                <a:ea typeface="Arial"/>
                <a:cs typeface="Arial"/>
              </a:defRPr>
            </a:lvl3pPr>
            <a:lvl4pPr algn="l">
              <a:defRPr sz="1725" b="0">
                <a:solidFill>
                  <a:srgbClr val="5B7068"/>
                </a:solidFill>
                <a:latin typeface="Arial"/>
                <a:ea typeface="Arial"/>
                <a:cs typeface="Arial"/>
              </a:defRPr>
            </a:lvl4pPr>
            <a:lvl5pPr algn="l">
              <a:defRPr sz="1725" b="0">
                <a:solidFill>
                  <a:srgbClr val="5B7068"/>
                </a:solidFill>
                <a:latin typeface="Arial"/>
                <a:ea typeface="Arial"/>
                <a:cs typeface="Arial"/>
              </a:defRPr>
            </a:lvl5pPr>
            <a:lvl6pPr algn="l">
              <a:defRPr sz="1725" b="0">
                <a:solidFill>
                  <a:srgbClr val="5B7068"/>
                </a:solidFill>
                <a:latin typeface="Arial"/>
                <a:ea typeface="Arial"/>
                <a:cs typeface="Arial"/>
              </a:defRPr>
            </a:lvl6pPr>
            <a:lvl7pPr algn="l">
              <a:defRPr sz="1725" b="0">
                <a:solidFill>
                  <a:srgbClr val="5B7068"/>
                </a:solidFill>
                <a:latin typeface="Arial"/>
                <a:ea typeface="Arial"/>
                <a:cs typeface="Arial"/>
              </a:defRPr>
            </a:lvl7pPr>
            <a:lvl8pPr algn="l">
              <a:defRPr sz="1725" b="0">
                <a:solidFill>
                  <a:srgbClr val="5B7068"/>
                </a:solidFill>
                <a:latin typeface="Arial"/>
                <a:ea typeface="Arial"/>
                <a:cs typeface="Arial"/>
              </a:defRPr>
            </a:lvl8pPr>
            <a:lvl9pPr algn="l">
              <a:defRPr sz="1725" b="0">
                <a:solidFill>
                  <a:srgbClr val="5B7068"/>
                </a:solidFill>
                <a:latin typeface="Arial"/>
                <a:ea typeface="Arial"/>
                <a:cs typeface="Arial"/>
              </a:defRPr>
            </a:lvl9pPr>
          </a:lstStyle>
          <a:p xmlns:a="http://schemas.openxmlformats.org/drawingml/2006/main">
            <a:pPr algn="l">
              <a:defRPr sz="1725" b="0">
                <a:solidFill>
                  <a:srgbClr val="5B7068"/>
                </a:solidFill>
                <a:latin typeface="Arial"/>
                <a:ea typeface="Arial"/>
                <a:cs typeface="Arial"/>
              </a:defRPr>
            </a:pPr>
            <a:r>
              <a:rPr sz="1725" b="0">
                <a:solidFill>
                  <a:srgbClr val="5B7068"/>
                </a:solidFill>
                <a:latin typeface="Arial"/>
                <a:ea typeface="Arial"/>
                <a:cs typeface="Arial"/>
              </a:rPr>
              <a:t>Supportive, challenging and neutral perspectives</a:t>
            </a:r>
          </a:p>
        </p:txBody>
      </p:sp>
      <p:sp>
        <p:nvSpPr>
          <p:cNvPr id="16" name="">
            <a:extLst xmlns:a="http://schemas.openxmlformats.org/drawingml/2006/main">
              <a:ext uri="{FF2B5EF4-FFF2-40B4-BE49-F238E27FC236}">
                <a16:creationId xmlns:a16="http://schemas.microsoft.com/office/drawing/2014/main" id="{8BA006F1-B92E-4F83-9DFD-7C1D9CEA1EB5}"/>
              </a:ext>
            </a:extLst>
          </p:cNvPr>
          <p:cNvSpPr>
            <a:spLocks xmlns:a="http://schemas.openxmlformats.org/drawingml/2006/main" noGrp="1"/>
          </p:cNvSpPr>
          <p:nvPr/>
        </p:nvSpPr>
        <p:spPr>
          <a:xfrm xmlns:a="http://schemas.openxmlformats.org/drawingml/2006/main">
            <a:off x="5972175" y="4295775"/>
            <a:ext cx="5686425" cy="9525"/>
          </a:xfrm>
          <a:prstGeom xmlns:a="http://schemas.openxmlformats.org/drawingml/2006/main" prst="rect">
            <a:avLst/>
          </a:prstGeom>
          <a:solidFill xmlns:a="http://schemas.openxmlformats.org/drawingml/2006/main">
            <a:srgbClr val="D4DED4"/>
          </a:solidFill>
          <a:ln xmlns:a="http://schemas.openxmlformats.org/drawingml/2006/main" w="0">
            <a:noFill/>
            <a:prstDash val="solid"/>
          </a:ln>
        </p:spPr>
      </p:sp>
      <p:sp>
        <p:nvSpPr>
          <p:cNvPr id="17" name="01">
            <a:extLst xmlns:a="http://schemas.openxmlformats.org/drawingml/2006/main">
              <a:ext uri="{FF2B5EF4-FFF2-40B4-BE49-F238E27FC236}">
                <a16:creationId xmlns:a16="http://schemas.microsoft.com/office/drawing/2014/main" id="{F23220BF-BDDE-4BF4-97A9-57724BFE7194}"/>
              </a:ext>
            </a:extLst>
          </p:cNvPr>
          <p:cNvSpPr>
            <a:spLocks xmlns:a="http://schemas.openxmlformats.org/drawingml/2006/main" noGrp="1"/>
          </p:cNvSpPr>
          <p:nvPr/>
        </p:nvSpPr>
        <p:spPr>
          <a:xfrm xmlns:a="http://schemas.openxmlformats.org/drawingml/2006/main">
            <a:off x="5972175" y="4476750"/>
            <a:ext cx="904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193B34"/>
                </a:solidFill>
                <a:latin typeface="Arial"/>
                <a:ea typeface="Arial"/>
                <a:cs typeface="Arial"/>
              </a:defRPr>
            </a:defPPr>
            <a:lvl1pPr algn="l">
              <a:defRPr sz="3900" b="1">
                <a:solidFill>
                  <a:srgbClr val="193B34"/>
                </a:solidFill>
                <a:latin typeface="Arial"/>
                <a:ea typeface="Arial"/>
                <a:cs typeface="Arial"/>
              </a:defRPr>
            </a:lvl1pPr>
            <a:lvl2pPr algn="l">
              <a:defRPr sz="3900" b="1">
                <a:solidFill>
                  <a:srgbClr val="193B34"/>
                </a:solidFill>
                <a:latin typeface="Arial"/>
                <a:ea typeface="Arial"/>
                <a:cs typeface="Arial"/>
              </a:defRPr>
            </a:lvl2pPr>
            <a:lvl3pPr algn="l">
              <a:defRPr sz="3900" b="1">
                <a:solidFill>
                  <a:srgbClr val="193B34"/>
                </a:solidFill>
                <a:latin typeface="Arial"/>
                <a:ea typeface="Arial"/>
                <a:cs typeface="Arial"/>
              </a:defRPr>
            </a:lvl3pPr>
            <a:lvl4pPr algn="l">
              <a:defRPr sz="3900" b="1">
                <a:solidFill>
                  <a:srgbClr val="193B34"/>
                </a:solidFill>
                <a:latin typeface="Arial"/>
                <a:ea typeface="Arial"/>
                <a:cs typeface="Arial"/>
              </a:defRPr>
            </a:lvl4pPr>
            <a:lvl5pPr algn="l">
              <a:defRPr sz="3900" b="1">
                <a:solidFill>
                  <a:srgbClr val="193B34"/>
                </a:solidFill>
                <a:latin typeface="Arial"/>
                <a:ea typeface="Arial"/>
                <a:cs typeface="Arial"/>
              </a:defRPr>
            </a:lvl5pPr>
            <a:lvl6pPr algn="l">
              <a:defRPr sz="3900" b="1">
                <a:solidFill>
                  <a:srgbClr val="193B34"/>
                </a:solidFill>
                <a:latin typeface="Arial"/>
                <a:ea typeface="Arial"/>
                <a:cs typeface="Arial"/>
              </a:defRPr>
            </a:lvl6pPr>
            <a:lvl7pPr algn="l">
              <a:defRPr sz="3900" b="1">
                <a:solidFill>
                  <a:srgbClr val="193B34"/>
                </a:solidFill>
                <a:latin typeface="Arial"/>
                <a:ea typeface="Arial"/>
                <a:cs typeface="Arial"/>
              </a:defRPr>
            </a:lvl7pPr>
            <a:lvl8pPr algn="l">
              <a:defRPr sz="3900" b="1">
                <a:solidFill>
                  <a:srgbClr val="193B34"/>
                </a:solidFill>
                <a:latin typeface="Arial"/>
                <a:ea typeface="Arial"/>
                <a:cs typeface="Arial"/>
              </a:defRPr>
            </a:lvl8pPr>
            <a:lvl9pPr algn="l">
              <a:defRPr sz="3900" b="1">
                <a:solidFill>
                  <a:srgbClr val="193B34"/>
                </a:solidFill>
                <a:latin typeface="Arial"/>
                <a:ea typeface="Arial"/>
                <a:cs typeface="Arial"/>
              </a:defRPr>
            </a:lvl9pPr>
          </a:lstStyle>
          <a:p xmlns:a="http://schemas.openxmlformats.org/drawingml/2006/main">
            <a:pPr algn="l">
              <a:defRPr sz="3900" b="1">
                <a:solidFill>
                  <a:srgbClr val="193B34"/>
                </a:solidFill>
                <a:latin typeface="Arial"/>
                <a:ea typeface="Arial"/>
                <a:cs typeface="Arial"/>
              </a:defRPr>
            </a:pPr>
            <a:r>
              <a:rPr sz="3900" b="1">
                <a:solidFill>
                  <a:srgbClr val="193B34"/>
                </a:solidFill>
                <a:latin typeface="Arial"/>
                <a:ea typeface="Arial"/>
                <a:cs typeface="Arial"/>
              </a:rPr>
              <a:t>01</a:t>
            </a:r>
          </a:p>
        </p:txBody>
      </p:sp>
      <p:sp>
        <p:nvSpPr>
          <p:cNvPr id="18" name="Complete practice session">
            <a:extLst xmlns:a="http://schemas.openxmlformats.org/drawingml/2006/main">
              <a:ext uri="{FF2B5EF4-FFF2-40B4-BE49-F238E27FC236}">
                <a16:creationId xmlns:a16="http://schemas.microsoft.com/office/drawing/2014/main" id="{EFECADC7-261C-4E32-83C9-1CEC2BC08FB8}"/>
              </a:ext>
            </a:extLst>
          </p:cNvPr>
          <p:cNvSpPr>
            <a:spLocks xmlns:a="http://schemas.openxmlformats.org/drawingml/2006/main" noGrp="1"/>
          </p:cNvSpPr>
          <p:nvPr/>
        </p:nvSpPr>
        <p:spPr>
          <a:xfrm xmlns:a="http://schemas.openxmlformats.org/drawingml/2006/main">
            <a:off x="7067550" y="4495800"/>
            <a:ext cx="4524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93B34"/>
                </a:solidFill>
                <a:latin typeface="Arial"/>
                <a:ea typeface="Arial"/>
                <a:cs typeface="Arial"/>
              </a:defRPr>
            </a:defPPr>
            <a:lvl1pPr algn="l">
              <a:defRPr sz="2175" b="1">
                <a:solidFill>
                  <a:srgbClr val="193B34"/>
                </a:solidFill>
                <a:latin typeface="Arial"/>
                <a:ea typeface="Arial"/>
                <a:cs typeface="Arial"/>
              </a:defRPr>
            </a:lvl1pPr>
            <a:lvl2pPr algn="l">
              <a:defRPr sz="2175" b="1">
                <a:solidFill>
                  <a:srgbClr val="193B34"/>
                </a:solidFill>
                <a:latin typeface="Arial"/>
                <a:ea typeface="Arial"/>
                <a:cs typeface="Arial"/>
              </a:defRPr>
            </a:lvl2pPr>
            <a:lvl3pPr algn="l">
              <a:defRPr sz="2175" b="1">
                <a:solidFill>
                  <a:srgbClr val="193B34"/>
                </a:solidFill>
                <a:latin typeface="Arial"/>
                <a:ea typeface="Arial"/>
                <a:cs typeface="Arial"/>
              </a:defRPr>
            </a:lvl3pPr>
            <a:lvl4pPr algn="l">
              <a:defRPr sz="2175" b="1">
                <a:solidFill>
                  <a:srgbClr val="193B34"/>
                </a:solidFill>
                <a:latin typeface="Arial"/>
                <a:ea typeface="Arial"/>
                <a:cs typeface="Arial"/>
              </a:defRPr>
            </a:lvl4pPr>
            <a:lvl5pPr algn="l">
              <a:defRPr sz="2175" b="1">
                <a:solidFill>
                  <a:srgbClr val="193B34"/>
                </a:solidFill>
                <a:latin typeface="Arial"/>
                <a:ea typeface="Arial"/>
                <a:cs typeface="Arial"/>
              </a:defRPr>
            </a:lvl5pPr>
            <a:lvl6pPr algn="l">
              <a:defRPr sz="2175" b="1">
                <a:solidFill>
                  <a:srgbClr val="193B34"/>
                </a:solidFill>
                <a:latin typeface="Arial"/>
                <a:ea typeface="Arial"/>
                <a:cs typeface="Arial"/>
              </a:defRPr>
            </a:lvl6pPr>
            <a:lvl7pPr algn="l">
              <a:defRPr sz="2175" b="1">
                <a:solidFill>
                  <a:srgbClr val="193B34"/>
                </a:solidFill>
                <a:latin typeface="Arial"/>
                <a:ea typeface="Arial"/>
                <a:cs typeface="Arial"/>
              </a:defRPr>
            </a:lvl7pPr>
            <a:lvl8pPr algn="l">
              <a:defRPr sz="2175" b="1">
                <a:solidFill>
                  <a:srgbClr val="193B34"/>
                </a:solidFill>
                <a:latin typeface="Arial"/>
                <a:ea typeface="Arial"/>
                <a:cs typeface="Arial"/>
              </a:defRPr>
            </a:lvl8pPr>
            <a:lvl9pPr algn="l">
              <a:defRPr sz="2175" b="1">
                <a:solidFill>
                  <a:srgbClr val="193B34"/>
                </a:solidFill>
                <a:latin typeface="Arial"/>
                <a:ea typeface="Arial"/>
                <a:cs typeface="Arial"/>
              </a:defRPr>
            </a:lvl9pPr>
          </a:lstStyle>
          <a:p xmlns:a="http://schemas.openxmlformats.org/drawingml/2006/main">
            <a:pPr algn="l">
              <a:defRPr sz="2175" b="1">
                <a:solidFill>
                  <a:srgbClr val="193B34"/>
                </a:solidFill>
                <a:latin typeface="Arial"/>
                <a:ea typeface="Arial"/>
                <a:cs typeface="Arial"/>
              </a:defRPr>
            </a:pPr>
            <a:r>
              <a:rPr sz="2175" b="1">
                <a:solidFill>
                  <a:srgbClr val="193B34"/>
                </a:solidFill>
                <a:latin typeface="Arial"/>
                <a:ea typeface="Arial"/>
                <a:cs typeface="Arial"/>
              </a:rPr>
              <a:t>Complete practice session</a:t>
            </a:r>
          </a:p>
        </p:txBody>
      </p:sp>
      <p:sp>
        <p:nvSpPr>
          <p:cNvPr id="19" name="Choose a topic, contribute, review your recap">
            <a:extLst xmlns:a="http://schemas.openxmlformats.org/drawingml/2006/main">
              <a:ext uri="{FF2B5EF4-FFF2-40B4-BE49-F238E27FC236}">
                <a16:creationId xmlns:a16="http://schemas.microsoft.com/office/drawing/2014/main" id="{98167473-1EEE-4B61-9FD5-E3A6383B0948}"/>
              </a:ext>
            </a:extLst>
          </p:cNvPr>
          <p:cNvSpPr>
            <a:spLocks xmlns:a="http://schemas.openxmlformats.org/drawingml/2006/main" noGrp="1"/>
          </p:cNvSpPr>
          <p:nvPr/>
        </p:nvSpPr>
        <p:spPr>
          <a:xfrm xmlns:a="http://schemas.openxmlformats.org/drawingml/2006/main">
            <a:off x="7067550" y="4924425"/>
            <a:ext cx="4524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B7068"/>
                </a:solidFill>
                <a:latin typeface="Arial"/>
                <a:ea typeface="Arial"/>
                <a:cs typeface="Arial"/>
              </a:defRPr>
            </a:defPPr>
            <a:lvl1pPr algn="l">
              <a:defRPr sz="1725" b="0">
                <a:solidFill>
                  <a:srgbClr val="5B7068"/>
                </a:solidFill>
                <a:latin typeface="Arial"/>
                <a:ea typeface="Arial"/>
                <a:cs typeface="Arial"/>
              </a:defRPr>
            </a:lvl1pPr>
            <a:lvl2pPr algn="l">
              <a:defRPr sz="1725" b="0">
                <a:solidFill>
                  <a:srgbClr val="5B7068"/>
                </a:solidFill>
                <a:latin typeface="Arial"/>
                <a:ea typeface="Arial"/>
                <a:cs typeface="Arial"/>
              </a:defRPr>
            </a:lvl2pPr>
            <a:lvl3pPr algn="l">
              <a:defRPr sz="1725" b="0">
                <a:solidFill>
                  <a:srgbClr val="5B7068"/>
                </a:solidFill>
                <a:latin typeface="Arial"/>
                <a:ea typeface="Arial"/>
                <a:cs typeface="Arial"/>
              </a:defRPr>
            </a:lvl3pPr>
            <a:lvl4pPr algn="l">
              <a:defRPr sz="1725" b="0">
                <a:solidFill>
                  <a:srgbClr val="5B7068"/>
                </a:solidFill>
                <a:latin typeface="Arial"/>
                <a:ea typeface="Arial"/>
                <a:cs typeface="Arial"/>
              </a:defRPr>
            </a:lvl4pPr>
            <a:lvl5pPr algn="l">
              <a:defRPr sz="1725" b="0">
                <a:solidFill>
                  <a:srgbClr val="5B7068"/>
                </a:solidFill>
                <a:latin typeface="Arial"/>
                <a:ea typeface="Arial"/>
                <a:cs typeface="Arial"/>
              </a:defRPr>
            </a:lvl5pPr>
            <a:lvl6pPr algn="l">
              <a:defRPr sz="1725" b="0">
                <a:solidFill>
                  <a:srgbClr val="5B7068"/>
                </a:solidFill>
                <a:latin typeface="Arial"/>
                <a:ea typeface="Arial"/>
                <a:cs typeface="Arial"/>
              </a:defRPr>
            </a:lvl6pPr>
            <a:lvl7pPr algn="l">
              <a:defRPr sz="1725" b="0">
                <a:solidFill>
                  <a:srgbClr val="5B7068"/>
                </a:solidFill>
                <a:latin typeface="Arial"/>
                <a:ea typeface="Arial"/>
                <a:cs typeface="Arial"/>
              </a:defRPr>
            </a:lvl7pPr>
            <a:lvl8pPr algn="l">
              <a:defRPr sz="1725" b="0">
                <a:solidFill>
                  <a:srgbClr val="5B7068"/>
                </a:solidFill>
                <a:latin typeface="Arial"/>
                <a:ea typeface="Arial"/>
                <a:cs typeface="Arial"/>
              </a:defRPr>
            </a:lvl8pPr>
            <a:lvl9pPr algn="l">
              <a:defRPr sz="1725" b="0">
                <a:solidFill>
                  <a:srgbClr val="5B7068"/>
                </a:solidFill>
                <a:latin typeface="Arial"/>
                <a:ea typeface="Arial"/>
                <a:cs typeface="Arial"/>
              </a:defRPr>
            </a:lvl9pPr>
          </a:lstStyle>
          <a:p xmlns:a="http://schemas.openxmlformats.org/drawingml/2006/main">
            <a:pPr algn="l">
              <a:defRPr sz="1725" b="0">
                <a:solidFill>
                  <a:srgbClr val="5B7068"/>
                </a:solidFill>
                <a:latin typeface="Arial"/>
                <a:ea typeface="Arial"/>
                <a:cs typeface="Arial"/>
              </a:defRPr>
            </a:pPr>
            <a:r>
              <a:rPr sz="1725" b="0">
                <a:solidFill>
                  <a:srgbClr val="5B7068"/>
                </a:solidFill>
                <a:latin typeface="Arial"/>
                <a:ea typeface="Arial"/>
                <a:cs typeface="Arial"/>
              </a:rPr>
              <a:t>Choose a topic, contribute, review your recap</a:t>
            </a:r>
          </a:p>
        </p:txBody>
      </p:sp>
      <p:sp>
        <p:nvSpPr>
          <p:cNvPr id="20" name="">
            <a:extLst xmlns:a="http://schemas.openxmlformats.org/drawingml/2006/main">
              <a:ext uri="{FF2B5EF4-FFF2-40B4-BE49-F238E27FC236}">
                <a16:creationId xmlns:a16="http://schemas.microsoft.com/office/drawing/2014/main" id="{A5E1E2B3-DB7F-45A7-B8DD-96C294A7D620}"/>
              </a:ext>
            </a:extLst>
          </p:cNvPr>
          <p:cNvSpPr>
            <a:spLocks xmlns:a="http://schemas.openxmlformats.org/drawingml/2006/main" noGrp="1"/>
          </p:cNvSpPr>
          <p:nvPr/>
        </p:nvSpPr>
        <p:spPr>
          <a:xfrm xmlns:a="http://schemas.openxmlformats.org/drawingml/2006/main">
            <a:off x="533400" y="5619750"/>
            <a:ext cx="11125200" cy="533400"/>
          </a:xfrm>
          <a:prstGeom xmlns:a="http://schemas.openxmlformats.org/drawingml/2006/main" prst="rect">
            <a:avLst/>
          </a:prstGeom>
          <a:solidFill xmlns:a="http://schemas.openxmlformats.org/drawingml/2006/main">
            <a:srgbClr val="C5DC9C"/>
          </a:solidFill>
          <a:ln xmlns:a="http://schemas.openxmlformats.org/drawingml/2006/main" w="0">
            <a:noFill/>
            <a:prstDash val="solid"/>
          </a:ln>
        </p:spPr>
      </p:sp>
      <p:sp>
        <p:nvSpPr>
          <p:cNvPr id="21" name="Goal: practise expressing, challenging and clarifying ideas.">
            <a:extLst xmlns:a="http://schemas.openxmlformats.org/drawingml/2006/main">
              <a:ext uri="{FF2B5EF4-FFF2-40B4-BE49-F238E27FC236}">
                <a16:creationId xmlns:a16="http://schemas.microsoft.com/office/drawing/2014/main" id="{57DCD1E3-6A8A-44FE-8C83-EE7C1A932411}"/>
              </a:ext>
            </a:extLst>
          </p:cNvPr>
          <p:cNvSpPr>
            <a:spLocks xmlns:a="http://schemas.openxmlformats.org/drawingml/2006/main" noGrp="1"/>
          </p:cNvSpPr>
          <p:nvPr/>
        </p:nvSpPr>
        <p:spPr>
          <a:xfrm xmlns:a="http://schemas.openxmlformats.org/drawingml/2006/main">
            <a:off x="742950" y="5762625"/>
            <a:ext cx="10706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93B34"/>
                </a:solidFill>
                <a:latin typeface="Arial"/>
                <a:ea typeface="Arial"/>
                <a:cs typeface="Arial"/>
              </a:defRPr>
            </a:defPPr>
            <a:lvl1pPr algn="l">
              <a:defRPr sz="1875" b="1">
                <a:solidFill>
                  <a:srgbClr val="193B34"/>
                </a:solidFill>
                <a:latin typeface="Arial"/>
                <a:ea typeface="Arial"/>
                <a:cs typeface="Arial"/>
              </a:defRPr>
            </a:lvl1pPr>
            <a:lvl2pPr algn="l">
              <a:defRPr sz="1875" b="1">
                <a:solidFill>
                  <a:srgbClr val="193B34"/>
                </a:solidFill>
                <a:latin typeface="Arial"/>
                <a:ea typeface="Arial"/>
                <a:cs typeface="Arial"/>
              </a:defRPr>
            </a:lvl2pPr>
            <a:lvl3pPr algn="l">
              <a:defRPr sz="1875" b="1">
                <a:solidFill>
                  <a:srgbClr val="193B34"/>
                </a:solidFill>
                <a:latin typeface="Arial"/>
                <a:ea typeface="Arial"/>
                <a:cs typeface="Arial"/>
              </a:defRPr>
            </a:lvl3pPr>
            <a:lvl4pPr algn="l">
              <a:defRPr sz="1875" b="1">
                <a:solidFill>
                  <a:srgbClr val="193B34"/>
                </a:solidFill>
                <a:latin typeface="Arial"/>
                <a:ea typeface="Arial"/>
                <a:cs typeface="Arial"/>
              </a:defRPr>
            </a:lvl4pPr>
            <a:lvl5pPr algn="l">
              <a:defRPr sz="1875" b="1">
                <a:solidFill>
                  <a:srgbClr val="193B34"/>
                </a:solidFill>
                <a:latin typeface="Arial"/>
                <a:ea typeface="Arial"/>
                <a:cs typeface="Arial"/>
              </a:defRPr>
            </a:lvl5pPr>
            <a:lvl6pPr algn="l">
              <a:defRPr sz="1875" b="1">
                <a:solidFill>
                  <a:srgbClr val="193B34"/>
                </a:solidFill>
                <a:latin typeface="Arial"/>
                <a:ea typeface="Arial"/>
                <a:cs typeface="Arial"/>
              </a:defRPr>
            </a:lvl6pPr>
            <a:lvl7pPr algn="l">
              <a:defRPr sz="1875" b="1">
                <a:solidFill>
                  <a:srgbClr val="193B34"/>
                </a:solidFill>
                <a:latin typeface="Arial"/>
                <a:ea typeface="Arial"/>
                <a:cs typeface="Arial"/>
              </a:defRPr>
            </a:lvl7pPr>
            <a:lvl8pPr algn="l">
              <a:defRPr sz="1875" b="1">
                <a:solidFill>
                  <a:srgbClr val="193B34"/>
                </a:solidFill>
                <a:latin typeface="Arial"/>
                <a:ea typeface="Arial"/>
                <a:cs typeface="Arial"/>
              </a:defRPr>
            </a:lvl8pPr>
            <a:lvl9pPr algn="l">
              <a:defRPr sz="1875" b="1">
                <a:solidFill>
                  <a:srgbClr val="193B34"/>
                </a:solidFill>
                <a:latin typeface="Arial"/>
                <a:ea typeface="Arial"/>
                <a:cs typeface="Arial"/>
              </a:defRPr>
            </a:lvl9pPr>
          </a:lstStyle>
          <a:p xmlns:a="http://schemas.openxmlformats.org/drawingml/2006/main">
            <a:pPr algn="l">
              <a:defRPr sz="1875" b="1">
                <a:solidFill>
                  <a:srgbClr val="193B34"/>
                </a:solidFill>
                <a:latin typeface="Arial"/>
                <a:ea typeface="Arial"/>
                <a:cs typeface="Arial"/>
              </a:defRPr>
            </a:pPr>
            <a:r>
              <a:rPr sz="1875" b="1">
                <a:solidFill>
                  <a:srgbClr val="193B34"/>
                </a:solidFill>
                <a:latin typeface="Arial"/>
                <a:ea typeface="Arial"/>
                <a:cs typeface="Arial"/>
              </a:rPr>
              <a:t>Goal: practise expressing, challenging and clarifying ideas.</a:t>
            </a:r>
          </a:p>
        </p:txBody>
      </p:sp>
    </p:spTree>
    <p:extLst>
      <p:ext uri="{BB962C8B-B14F-4D97-AF65-F5344CB8AC3E}">
        <p14:creationId xmlns:p14="http://schemas.microsoft.com/office/powerpoint/2010/main" val="1213408532"/>
      </p:ext>
    </p:extLst>
  </p:cSld>
</p:sld>
</file>

<file path=ppt/slides/slide3.xml><?xml version="1.0" encoding="utf-8"?>
<p:sld xmlns:p="http://schemas.openxmlformats.org/presentationml/2006/main">
  <p:cSld>
    <p:bg>
      <p:bgPr>
        <a:solidFill xmlns:a="http://schemas.openxmlformats.org/drawingml/2006/main">
          <a:srgbClr val="142421"/>
        </a:solidFill>
      </p:bgPr>
    </p:bg>
    <p:spTree>
      <p:nvGrpSpPr>
        <p:cNvPr id="1" name=""/>
        <p:cNvGrpSpPr/>
        <p:nvPr/>
      </p:nvGrpSpPr>
      <p:grpSpPr>
        <a:xfrm xmlns:a="http://schemas.openxmlformats.org/drawingml/2006/main"/>
      </p:grpSpPr>
      <p:sp>
        <p:nvSpPr>
          <p:cNvPr id="20" name="APPLICATION DEMO">
            <a:extLst xmlns:a="http://schemas.openxmlformats.org/drawingml/2006/main">
              <a:ext uri="{FF2B5EF4-FFF2-40B4-BE49-F238E27FC236}">
                <a16:creationId xmlns:a16="http://schemas.microsoft.com/office/drawing/2014/main" id="{D0D4C151-D049-4E02-AE0B-19A287DDF7F9}"/>
              </a:ext>
            </a:extLst>
          </p:cNvPr>
          <p:cNvSpPr>
            <a:spLocks xmlns:a="http://schemas.openxmlformats.org/drawingml/2006/main" noGrp="1"/>
          </p:cNvSpPr>
          <p:nvPr/>
        </p:nvSpPr>
        <p:spPr>
          <a:xfrm xmlns:a="http://schemas.openxmlformats.org/drawingml/2006/main">
            <a:off x="533400" y="34290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B9CABC"/>
                </a:solidFill>
                <a:latin typeface="Arial"/>
                <a:ea typeface="Arial"/>
                <a:cs typeface="Arial"/>
              </a:defRPr>
            </a:defPPr>
            <a:lvl1pPr algn="l">
              <a:defRPr sz="1200" b="1">
                <a:solidFill>
                  <a:srgbClr val="B9CABC"/>
                </a:solidFill>
                <a:latin typeface="Arial"/>
                <a:ea typeface="Arial"/>
                <a:cs typeface="Arial"/>
              </a:defRPr>
            </a:lvl1pPr>
            <a:lvl2pPr algn="l">
              <a:defRPr sz="1200" b="1">
                <a:solidFill>
                  <a:srgbClr val="B9CABC"/>
                </a:solidFill>
                <a:latin typeface="Arial"/>
                <a:ea typeface="Arial"/>
                <a:cs typeface="Arial"/>
              </a:defRPr>
            </a:lvl2pPr>
            <a:lvl3pPr algn="l">
              <a:defRPr sz="1200" b="1">
                <a:solidFill>
                  <a:srgbClr val="B9CABC"/>
                </a:solidFill>
                <a:latin typeface="Arial"/>
                <a:ea typeface="Arial"/>
                <a:cs typeface="Arial"/>
              </a:defRPr>
            </a:lvl3pPr>
            <a:lvl4pPr algn="l">
              <a:defRPr sz="1200" b="1">
                <a:solidFill>
                  <a:srgbClr val="B9CABC"/>
                </a:solidFill>
                <a:latin typeface="Arial"/>
                <a:ea typeface="Arial"/>
                <a:cs typeface="Arial"/>
              </a:defRPr>
            </a:lvl4pPr>
            <a:lvl5pPr algn="l">
              <a:defRPr sz="1200" b="1">
                <a:solidFill>
                  <a:srgbClr val="B9CABC"/>
                </a:solidFill>
                <a:latin typeface="Arial"/>
                <a:ea typeface="Arial"/>
                <a:cs typeface="Arial"/>
              </a:defRPr>
            </a:lvl5pPr>
            <a:lvl6pPr algn="l">
              <a:defRPr sz="1200" b="1">
                <a:solidFill>
                  <a:srgbClr val="B9CABC"/>
                </a:solidFill>
                <a:latin typeface="Arial"/>
                <a:ea typeface="Arial"/>
                <a:cs typeface="Arial"/>
              </a:defRPr>
            </a:lvl6pPr>
            <a:lvl7pPr algn="l">
              <a:defRPr sz="1200" b="1">
                <a:solidFill>
                  <a:srgbClr val="B9CABC"/>
                </a:solidFill>
                <a:latin typeface="Arial"/>
                <a:ea typeface="Arial"/>
                <a:cs typeface="Arial"/>
              </a:defRPr>
            </a:lvl7pPr>
            <a:lvl8pPr algn="l">
              <a:defRPr sz="1200" b="1">
                <a:solidFill>
                  <a:srgbClr val="B9CABC"/>
                </a:solidFill>
                <a:latin typeface="Arial"/>
                <a:ea typeface="Arial"/>
                <a:cs typeface="Arial"/>
              </a:defRPr>
            </a:lvl8pPr>
            <a:lvl9pPr algn="l">
              <a:defRPr sz="1200" b="1">
                <a:solidFill>
                  <a:srgbClr val="B9CABC"/>
                </a:solidFill>
                <a:latin typeface="Arial"/>
                <a:ea typeface="Arial"/>
                <a:cs typeface="Arial"/>
              </a:defRPr>
            </a:lvl9pPr>
          </a:lstStyle>
          <a:p xmlns:a="http://schemas.openxmlformats.org/drawingml/2006/main">
            <a:pPr algn="l">
              <a:defRPr sz="1200" b="1">
                <a:solidFill>
                  <a:srgbClr val="B9CABC"/>
                </a:solidFill>
                <a:latin typeface="Arial"/>
                <a:ea typeface="Arial"/>
                <a:cs typeface="Arial"/>
              </a:defRPr>
            </a:pPr>
            <a:r>
              <a:rPr sz="1200" b="1">
                <a:solidFill>
                  <a:srgbClr val="B9CABC"/>
                </a:solidFill>
                <a:latin typeface="Arial"/>
                <a:ea typeface="Arial"/>
                <a:cs typeface="Arial"/>
              </a:rPr>
              <a:t>APPLICATION DEMO</a:t>
            </a:r>
          </a:p>
        </p:txBody>
      </p:sp>
      <p:sp>
        <p:nvSpPr>
          <p:cNvPr id="2" name="A meeting-style interface for practice">
            <a:extLst xmlns:a="http://schemas.openxmlformats.org/drawingml/2006/main">
              <a:ext uri="{FF2B5EF4-FFF2-40B4-BE49-F238E27FC236}">
                <a16:creationId xmlns:a16="http://schemas.microsoft.com/office/drawing/2014/main" id="{31BB6666-B172-46B3-8B07-83C2F3ECE365}"/>
              </a:ext>
            </a:extLst>
          </p:cNvPr>
          <p:cNvSpPr>
            <a:spLocks xmlns:a="http://schemas.openxmlformats.org/drawingml/2006/main" noGrp="1"/>
          </p:cNvSpPr>
          <p:nvPr/>
        </p:nvSpPr>
        <p:spPr>
          <a:xfrm xmlns:a="http://schemas.openxmlformats.org/drawingml/2006/main">
            <a:off x="533400" y="762000"/>
            <a:ext cx="11125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5F4EE"/>
                </a:solidFill>
                <a:latin typeface="Arial"/>
                <a:ea typeface="Arial"/>
                <a:cs typeface="Arial"/>
              </a:defRPr>
            </a:defPPr>
            <a:lvl1pPr algn="l">
              <a:defRPr sz="3300" b="1">
                <a:solidFill>
                  <a:srgbClr val="F5F4EE"/>
                </a:solidFill>
                <a:latin typeface="Arial"/>
                <a:ea typeface="Arial"/>
                <a:cs typeface="Arial"/>
              </a:defRPr>
            </a:lvl1pPr>
            <a:lvl2pPr algn="l">
              <a:defRPr sz="3300" b="1">
                <a:solidFill>
                  <a:srgbClr val="F5F4EE"/>
                </a:solidFill>
                <a:latin typeface="Arial"/>
                <a:ea typeface="Arial"/>
                <a:cs typeface="Arial"/>
              </a:defRPr>
            </a:lvl2pPr>
            <a:lvl3pPr algn="l">
              <a:defRPr sz="3300" b="1">
                <a:solidFill>
                  <a:srgbClr val="F5F4EE"/>
                </a:solidFill>
                <a:latin typeface="Arial"/>
                <a:ea typeface="Arial"/>
                <a:cs typeface="Arial"/>
              </a:defRPr>
            </a:lvl3pPr>
            <a:lvl4pPr algn="l">
              <a:defRPr sz="3300" b="1">
                <a:solidFill>
                  <a:srgbClr val="F5F4EE"/>
                </a:solidFill>
                <a:latin typeface="Arial"/>
                <a:ea typeface="Arial"/>
                <a:cs typeface="Arial"/>
              </a:defRPr>
            </a:lvl4pPr>
            <a:lvl5pPr algn="l">
              <a:defRPr sz="3300" b="1">
                <a:solidFill>
                  <a:srgbClr val="F5F4EE"/>
                </a:solidFill>
                <a:latin typeface="Arial"/>
                <a:ea typeface="Arial"/>
                <a:cs typeface="Arial"/>
              </a:defRPr>
            </a:lvl5pPr>
            <a:lvl6pPr algn="l">
              <a:defRPr sz="3300" b="1">
                <a:solidFill>
                  <a:srgbClr val="F5F4EE"/>
                </a:solidFill>
                <a:latin typeface="Arial"/>
                <a:ea typeface="Arial"/>
                <a:cs typeface="Arial"/>
              </a:defRPr>
            </a:lvl6pPr>
            <a:lvl7pPr algn="l">
              <a:defRPr sz="3300" b="1">
                <a:solidFill>
                  <a:srgbClr val="F5F4EE"/>
                </a:solidFill>
                <a:latin typeface="Arial"/>
                <a:ea typeface="Arial"/>
                <a:cs typeface="Arial"/>
              </a:defRPr>
            </a:lvl7pPr>
            <a:lvl8pPr algn="l">
              <a:defRPr sz="3300" b="1">
                <a:solidFill>
                  <a:srgbClr val="F5F4EE"/>
                </a:solidFill>
                <a:latin typeface="Arial"/>
                <a:ea typeface="Arial"/>
                <a:cs typeface="Arial"/>
              </a:defRPr>
            </a:lvl8pPr>
            <a:lvl9pPr algn="l">
              <a:defRPr sz="3300" b="1">
                <a:solidFill>
                  <a:srgbClr val="F5F4EE"/>
                </a:solidFill>
                <a:latin typeface="Arial"/>
                <a:ea typeface="Arial"/>
                <a:cs typeface="Arial"/>
              </a:defRPr>
            </a:lvl9pPr>
          </a:lstStyle>
          <a:p xmlns:a="http://schemas.openxmlformats.org/drawingml/2006/main">
            <a:pPr algn="l">
              <a:defRPr sz="3300" b="1">
                <a:solidFill>
                  <a:srgbClr val="F5F4EE"/>
                </a:solidFill>
                <a:latin typeface="Arial"/>
                <a:ea typeface="Arial"/>
                <a:cs typeface="Arial"/>
              </a:defRPr>
            </a:pPr>
            <a:r>
              <a:rPr sz="3300" b="1">
                <a:solidFill>
                  <a:srgbClr val="F5F4EE"/>
                </a:solidFill>
                <a:latin typeface="Arial"/>
                <a:ea typeface="Arial"/>
                <a:cs typeface="Arial"/>
              </a:rPr>
              <a:t>A meeting-style interface for practice</a:t>
            </a:r>
          </a:p>
        </p:txBody>
      </p:sp>
      <p:sp>
        <p:nvSpPr>
          <p:cNvPr id="3" name="One user + three virtual practice partners. Camera is option">
            <a:extLst xmlns:a="http://schemas.openxmlformats.org/drawingml/2006/main">
              <a:ext uri="{FF2B5EF4-FFF2-40B4-BE49-F238E27FC236}">
                <a16:creationId xmlns:a16="http://schemas.microsoft.com/office/drawing/2014/main" id="{E45719D9-2A23-4228-A697-7E641575020C}"/>
              </a:ext>
            </a:extLst>
          </p:cNvPr>
          <p:cNvSpPr>
            <a:spLocks xmlns:a="http://schemas.openxmlformats.org/drawingml/2006/main" noGrp="1"/>
          </p:cNvSpPr>
          <p:nvPr/>
        </p:nvSpPr>
        <p:spPr>
          <a:xfrm xmlns:a="http://schemas.openxmlformats.org/drawingml/2006/main">
            <a:off x="533400" y="1381125"/>
            <a:ext cx="11125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B9CABC"/>
                </a:solidFill>
                <a:latin typeface="Arial"/>
                <a:ea typeface="Arial"/>
                <a:cs typeface="Arial"/>
              </a:defRPr>
            </a:defPPr>
            <a:lvl1pPr algn="l">
              <a:defRPr sz="1725" b="0">
                <a:solidFill>
                  <a:srgbClr val="B9CABC"/>
                </a:solidFill>
                <a:latin typeface="Arial"/>
                <a:ea typeface="Arial"/>
                <a:cs typeface="Arial"/>
              </a:defRPr>
            </a:lvl1pPr>
            <a:lvl2pPr algn="l">
              <a:defRPr sz="1725" b="0">
                <a:solidFill>
                  <a:srgbClr val="B9CABC"/>
                </a:solidFill>
                <a:latin typeface="Arial"/>
                <a:ea typeface="Arial"/>
                <a:cs typeface="Arial"/>
              </a:defRPr>
            </a:lvl2pPr>
            <a:lvl3pPr algn="l">
              <a:defRPr sz="1725" b="0">
                <a:solidFill>
                  <a:srgbClr val="B9CABC"/>
                </a:solidFill>
                <a:latin typeface="Arial"/>
                <a:ea typeface="Arial"/>
                <a:cs typeface="Arial"/>
              </a:defRPr>
            </a:lvl3pPr>
            <a:lvl4pPr algn="l">
              <a:defRPr sz="1725" b="0">
                <a:solidFill>
                  <a:srgbClr val="B9CABC"/>
                </a:solidFill>
                <a:latin typeface="Arial"/>
                <a:ea typeface="Arial"/>
                <a:cs typeface="Arial"/>
              </a:defRPr>
            </a:lvl4pPr>
            <a:lvl5pPr algn="l">
              <a:defRPr sz="1725" b="0">
                <a:solidFill>
                  <a:srgbClr val="B9CABC"/>
                </a:solidFill>
                <a:latin typeface="Arial"/>
                <a:ea typeface="Arial"/>
                <a:cs typeface="Arial"/>
              </a:defRPr>
            </a:lvl5pPr>
            <a:lvl6pPr algn="l">
              <a:defRPr sz="1725" b="0">
                <a:solidFill>
                  <a:srgbClr val="B9CABC"/>
                </a:solidFill>
                <a:latin typeface="Arial"/>
                <a:ea typeface="Arial"/>
                <a:cs typeface="Arial"/>
              </a:defRPr>
            </a:lvl6pPr>
            <a:lvl7pPr algn="l">
              <a:defRPr sz="1725" b="0">
                <a:solidFill>
                  <a:srgbClr val="B9CABC"/>
                </a:solidFill>
                <a:latin typeface="Arial"/>
                <a:ea typeface="Arial"/>
                <a:cs typeface="Arial"/>
              </a:defRPr>
            </a:lvl7pPr>
            <a:lvl8pPr algn="l">
              <a:defRPr sz="1725" b="0">
                <a:solidFill>
                  <a:srgbClr val="B9CABC"/>
                </a:solidFill>
                <a:latin typeface="Arial"/>
                <a:ea typeface="Arial"/>
                <a:cs typeface="Arial"/>
              </a:defRPr>
            </a:lvl8pPr>
            <a:lvl9pPr algn="l">
              <a:defRPr sz="1725" b="0">
                <a:solidFill>
                  <a:srgbClr val="B9CABC"/>
                </a:solidFill>
                <a:latin typeface="Arial"/>
                <a:ea typeface="Arial"/>
                <a:cs typeface="Arial"/>
              </a:defRPr>
            </a:lvl9pPr>
          </a:lstStyle>
          <a:p xmlns:a="http://schemas.openxmlformats.org/drawingml/2006/main">
            <a:pPr algn="l">
              <a:defRPr sz="1725" b="0">
                <a:solidFill>
                  <a:srgbClr val="B9CABC"/>
                </a:solidFill>
                <a:latin typeface="Arial"/>
                <a:ea typeface="Arial"/>
                <a:cs typeface="Arial"/>
              </a:defRPr>
            </a:pPr>
            <a:r>
              <a:rPr sz="1725" b="0">
                <a:solidFill>
                  <a:srgbClr val="B9CABC"/>
                </a:solidFill>
                <a:latin typeface="Arial"/>
                <a:ea typeface="Arial"/>
                <a:cs typeface="Arial"/>
              </a:rPr>
              <a:t>One user + three virtual practice partners. Camera is optional.</a:t>
            </a:r>
          </a:p>
        </p:txBody>
      </p:sp>
      <p:sp>
        <p:nvSpPr>
          <p:cNvPr id="4" name="">
            <a:extLst xmlns:a="http://schemas.openxmlformats.org/drawingml/2006/main">
              <a:ext uri="{FF2B5EF4-FFF2-40B4-BE49-F238E27FC236}">
                <a16:creationId xmlns:a16="http://schemas.microsoft.com/office/drawing/2014/main" id="{41511676-9554-4AE8-ABDE-FCB6F204C3B2}"/>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3B5147"/>
          </a:solidFill>
          <a:ln xmlns:a="http://schemas.openxmlformats.org/drawingml/2006/main" w="0">
            <a:noFill/>
            <a:prstDash val="solid"/>
          </a:ln>
        </p:spPr>
      </p:sp>
      <p:sp>
        <p:nvSpPr>
          <p:cNvPr id="5" name="GD ARENA  /  ML TRAINING PROJECT">
            <a:extLst xmlns:a="http://schemas.openxmlformats.org/drawingml/2006/main">
              <a:ext uri="{FF2B5EF4-FFF2-40B4-BE49-F238E27FC236}">
                <a16:creationId xmlns:a16="http://schemas.microsoft.com/office/drawing/2014/main" id="{C115797D-348E-445B-9AE5-97E3F871F71E}"/>
              </a:ext>
            </a:extLst>
          </p:cNvPr>
          <p:cNvSpPr>
            <a:spLocks xmlns:a="http://schemas.openxmlformats.org/drawingml/2006/main" noGrp="1"/>
          </p:cNvSpPr>
          <p:nvPr/>
        </p:nvSpPr>
        <p:spPr>
          <a:xfrm xmlns:a="http://schemas.openxmlformats.org/drawingml/2006/main">
            <a:off x="533400" y="6553200"/>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1">
                <a:solidFill>
                  <a:srgbClr val="B9CABC"/>
                </a:solidFill>
                <a:latin typeface="Arial"/>
                <a:ea typeface="Arial"/>
                <a:cs typeface="Arial"/>
              </a:defRPr>
            </a:defPPr>
            <a:lvl1pPr algn="l">
              <a:defRPr sz="975" b="1">
                <a:solidFill>
                  <a:srgbClr val="B9CABC"/>
                </a:solidFill>
                <a:latin typeface="Arial"/>
                <a:ea typeface="Arial"/>
                <a:cs typeface="Arial"/>
              </a:defRPr>
            </a:lvl1pPr>
            <a:lvl2pPr algn="l">
              <a:defRPr sz="975" b="1">
                <a:solidFill>
                  <a:srgbClr val="B9CABC"/>
                </a:solidFill>
                <a:latin typeface="Arial"/>
                <a:ea typeface="Arial"/>
                <a:cs typeface="Arial"/>
              </a:defRPr>
            </a:lvl2pPr>
            <a:lvl3pPr algn="l">
              <a:defRPr sz="975" b="1">
                <a:solidFill>
                  <a:srgbClr val="B9CABC"/>
                </a:solidFill>
                <a:latin typeface="Arial"/>
                <a:ea typeface="Arial"/>
                <a:cs typeface="Arial"/>
              </a:defRPr>
            </a:lvl3pPr>
            <a:lvl4pPr algn="l">
              <a:defRPr sz="975" b="1">
                <a:solidFill>
                  <a:srgbClr val="B9CABC"/>
                </a:solidFill>
                <a:latin typeface="Arial"/>
                <a:ea typeface="Arial"/>
                <a:cs typeface="Arial"/>
              </a:defRPr>
            </a:lvl4pPr>
            <a:lvl5pPr algn="l">
              <a:defRPr sz="975" b="1">
                <a:solidFill>
                  <a:srgbClr val="B9CABC"/>
                </a:solidFill>
                <a:latin typeface="Arial"/>
                <a:ea typeface="Arial"/>
                <a:cs typeface="Arial"/>
              </a:defRPr>
            </a:lvl5pPr>
            <a:lvl6pPr algn="l">
              <a:defRPr sz="975" b="1">
                <a:solidFill>
                  <a:srgbClr val="B9CABC"/>
                </a:solidFill>
                <a:latin typeface="Arial"/>
                <a:ea typeface="Arial"/>
                <a:cs typeface="Arial"/>
              </a:defRPr>
            </a:lvl6pPr>
            <a:lvl7pPr algn="l">
              <a:defRPr sz="975" b="1">
                <a:solidFill>
                  <a:srgbClr val="B9CABC"/>
                </a:solidFill>
                <a:latin typeface="Arial"/>
                <a:ea typeface="Arial"/>
                <a:cs typeface="Arial"/>
              </a:defRPr>
            </a:lvl7pPr>
            <a:lvl8pPr algn="l">
              <a:defRPr sz="975" b="1">
                <a:solidFill>
                  <a:srgbClr val="B9CABC"/>
                </a:solidFill>
                <a:latin typeface="Arial"/>
                <a:ea typeface="Arial"/>
                <a:cs typeface="Arial"/>
              </a:defRPr>
            </a:lvl8pPr>
            <a:lvl9pPr algn="l">
              <a:defRPr sz="975" b="1">
                <a:solidFill>
                  <a:srgbClr val="B9CABC"/>
                </a:solidFill>
                <a:latin typeface="Arial"/>
                <a:ea typeface="Arial"/>
                <a:cs typeface="Arial"/>
              </a:defRPr>
            </a:lvl9pPr>
          </a:lstStyle>
          <a:p xmlns:a="http://schemas.openxmlformats.org/drawingml/2006/main">
            <a:pPr algn="l">
              <a:defRPr sz="975" b="1">
                <a:solidFill>
                  <a:srgbClr val="B9CABC"/>
                </a:solidFill>
                <a:latin typeface="Arial"/>
                <a:ea typeface="Arial"/>
                <a:cs typeface="Arial"/>
              </a:defRPr>
            </a:pPr>
            <a:r>
              <a:rPr sz="975" b="1">
                <a:solidFill>
                  <a:srgbClr val="B9CABC"/>
                </a:solidFill>
                <a:latin typeface="Arial"/>
                <a:ea typeface="Arial"/>
                <a:cs typeface="Arial"/>
              </a:rPr>
              <a:t>GD ARENA  /  ML TRAINING PROJECT</a:t>
            </a:r>
          </a:p>
        </p:txBody>
      </p:sp>
      <p:sp>
        <p:nvSpPr>
          <p:cNvPr id="6" name="03 / 07">
            <a:extLst xmlns:a="http://schemas.openxmlformats.org/drawingml/2006/main">
              <a:ext uri="{FF2B5EF4-FFF2-40B4-BE49-F238E27FC236}">
                <a16:creationId xmlns:a16="http://schemas.microsoft.com/office/drawing/2014/main" id="{BAA7DF3D-8468-4B1A-80E9-CF2B5AEEB36C}"/>
              </a:ext>
            </a:extLst>
          </p:cNvPr>
          <p:cNvSpPr>
            <a:spLocks xmlns:a="http://schemas.openxmlformats.org/drawingml/2006/main" noGrp="1"/>
          </p:cNvSpPr>
          <p:nvPr/>
        </p:nvSpPr>
        <p:spPr>
          <a:xfrm xmlns:a="http://schemas.openxmlformats.org/drawingml/2006/main">
            <a:off x="10648950" y="6534150"/>
            <a:ext cx="1009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B9CABC"/>
                </a:solidFill>
                <a:latin typeface="Arial"/>
                <a:ea typeface="Arial"/>
                <a:cs typeface="Arial"/>
              </a:defRPr>
            </a:defPPr>
            <a:lvl1pPr algn="r">
              <a:defRPr sz="1200" b="0">
                <a:solidFill>
                  <a:srgbClr val="B9CABC"/>
                </a:solidFill>
                <a:latin typeface="Arial"/>
                <a:ea typeface="Arial"/>
                <a:cs typeface="Arial"/>
              </a:defRPr>
            </a:lvl1pPr>
            <a:lvl2pPr algn="r">
              <a:defRPr sz="1200" b="0">
                <a:solidFill>
                  <a:srgbClr val="B9CABC"/>
                </a:solidFill>
                <a:latin typeface="Arial"/>
                <a:ea typeface="Arial"/>
                <a:cs typeface="Arial"/>
              </a:defRPr>
            </a:lvl2pPr>
            <a:lvl3pPr algn="r">
              <a:defRPr sz="1200" b="0">
                <a:solidFill>
                  <a:srgbClr val="B9CABC"/>
                </a:solidFill>
                <a:latin typeface="Arial"/>
                <a:ea typeface="Arial"/>
                <a:cs typeface="Arial"/>
              </a:defRPr>
            </a:lvl3pPr>
            <a:lvl4pPr algn="r">
              <a:defRPr sz="1200" b="0">
                <a:solidFill>
                  <a:srgbClr val="B9CABC"/>
                </a:solidFill>
                <a:latin typeface="Arial"/>
                <a:ea typeface="Arial"/>
                <a:cs typeface="Arial"/>
              </a:defRPr>
            </a:lvl4pPr>
            <a:lvl5pPr algn="r">
              <a:defRPr sz="1200" b="0">
                <a:solidFill>
                  <a:srgbClr val="B9CABC"/>
                </a:solidFill>
                <a:latin typeface="Arial"/>
                <a:ea typeface="Arial"/>
                <a:cs typeface="Arial"/>
              </a:defRPr>
            </a:lvl5pPr>
            <a:lvl6pPr algn="r">
              <a:defRPr sz="1200" b="0">
                <a:solidFill>
                  <a:srgbClr val="B9CABC"/>
                </a:solidFill>
                <a:latin typeface="Arial"/>
                <a:ea typeface="Arial"/>
                <a:cs typeface="Arial"/>
              </a:defRPr>
            </a:lvl6pPr>
            <a:lvl7pPr algn="r">
              <a:defRPr sz="1200" b="0">
                <a:solidFill>
                  <a:srgbClr val="B9CABC"/>
                </a:solidFill>
                <a:latin typeface="Arial"/>
                <a:ea typeface="Arial"/>
                <a:cs typeface="Arial"/>
              </a:defRPr>
            </a:lvl7pPr>
            <a:lvl8pPr algn="r">
              <a:defRPr sz="1200" b="0">
                <a:solidFill>
                  <a:srgbClr val="B9CABC"/>
                </a:solidFill>
                <a:latin typeface="Arial"/>
                <a:ea typeface="Arial"/>
                <a:cs typeface="Arial"/>
              </a:defRPr>
            </a:lvl8pPr>
            <a:lvl9pPr algn="r">
              <a:defRPr sz="1200" b="0">
                <a:solidFill>
                  <a:srgbClr val="B9CABC"/>
                </a:solidFill>
                <a:latin typeface="Arial"/>
                <a:ea typeface="Arial"/>
                <a:cs typeface="Arial"/>
              </a:defRPr>
            </a:lvl9pPr>
          </a:lstStyle>
          <a:p xmlns:a="http://schemas.openxmlformats.org/drawingml/2006/main">
            <a:pPr algn="r">
              <a:defRPr sz="1200" b="0">
                <a:solidFill>
                  <a:srgbClr val="B9CABC"/>
                </a:solidFill>
                <a:latin typeface="Arial"/>
                <a:ea typeface="Arial"/>
                <a:cs typeface="Arial"/>
              </a:defRPr>
            </a:pPr>
            <a:r>
              <a:rPr sz="1200" b="0">
                <a:solidFill>
                  <a:srgbClr val="B9CABC"/>
                </a:solidFill>
                <a:latin typeface="Arial"/>
                <a:ea typeface="Arial"/>
                <a:cs typeface="Arial"/>
              </a:rPr>
              <a:t>03 / 07</a:t>
            </a:r>
          </a:p>
        </p:txBody>
      </p:sp>
      <p:pic>
        <p:nvPicPr>
          <p:cNvPr id="7" name="">
            <a:extLst xmlns:a="http://schemas.openxmlformats.org/drawingml/2006/main">
              <a:ext uri="{FF2B5EF4-FFF2-40B4-BE49-F238E27FC236}">
                <a16:creationId xmlns:a16="http://schemas.microsoft.com/office/drawing/2014/main" id="{450B8DE0-A646-4054-BD3A-CF39840D2F5E}"/>
              </a:ext>
            </a:extLst>
          </p:cNvPr>
          <p:cNvPicPr>
            <a:picLocks xmlns:a="http://schemas.openxmlformats.org/drawingml/2006/main" noChangeAspect="1"/>
          </p:cNvPicPr>
          <p:nvPr/>
        </p:nvPicPr>
        <p:blipFill>
          <a:blip xmlns:r="http://schemas.openxmlformats.org/officeDocument/2006/relationships" xmlns:a="http://schemas.openxmlformats.org/drawingml/2006/main" r:embed="R4e699896e95d4e80"/>
          <a:stretch xmlns:a="http://schemas.openxmlformats.org/drawingml/2006/main"/>
        </p:blipFill>
        <p:spPr>
          <a:xfrm xmlns:a="http://schemas.openxmlformats.org/drawingml/2006/main">
            <a:off x="956733" y="1981200"/>
            <a:ext cx="7535333" cy="4238625"/>
          </a:xfrm>
          <a:prstGeom xmlns:a="http://schemas.openxmlformats.org/drawingml/2006/main" prst="rect">
            <a:avLst/>
          </a:prstGeom>
        </p:spPr>
      </p:pic>
      <p:sp>
        <p:nvSpPr>
          <p:cNvPr id="8" name="01">
            <a:extLst xmlns:a="http://schemas.openxmlformats.org/drawingml/2006/main">
              <a:ext uri="{FF2B5EF4-FFF2-40B4-BE49-F238E27FC236}">
                <a16:creationId xmlns:a16="http://schemas.microsoft.com/office/drawing/2014/main" id="{3AAF5FAB-61B5-4CE5-88D8-E012D851ED83}"/>
              </a:ext>
            </a:extLst>
          </p:cNvPr>
          <p:cNvSpPr>
            <a:spLocks xmlns:a="http://schemas.openxmlformats.org/drawingml/2006/main" noGrp="1"/>
          </p:cNvSpPr>
          <p:nvPr/>
        </p:nvSpPr>
        <p:spPr>
          <a:xfrm xmlns:a="http://schemas.openxmlformats.org/drawingml/2006/main">
            <a:off x="9163050" y="2000250"/>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C5DC9C"/>
                </a:solidFill>
                <a:latin typeface="Arial"/>
                <a:ea typeface="Arial"/>
                <a:cs typeface="Arial"/>
              </a:defRPr>
            </a:defPPr>
            <a:lvl1pPr algn="l">
              <a:defRPr sz="1350" b="1">
                <a:solidFill>
                  <a:srgbClr val="C5DC9C"/>
                </a:solidFill>
                <a:latin typeface="Arial"/>
                <a:ea typeface="Arial"/>
                <a:cs typeface="Arial"/>
              </a:defRPr>
            </a:lvl1pPr>
            <a:lvl2pPr algn="l">
              <a:defRPr sz="1350" b="1">
                <a:solidFill>
                  <a:srgbClr val="C5DC9C"/>
                </a:solidFill>
                <a:latin typeface="Arial"/>
                <a:ea typeface="Arial"/>
                <a:cs typeface="Arial"/>
              </a:defRPr>
            </a:lvl2pPr>
            <a:lvl3pPr algn="l">
              <a:defRPr sz="1350" b="1">
                <a:solidFill>
                  <a:srgbClr val="C5DC9C"/>
                </a:solidFill>
                <a:latin typeface="Arial"/>
                <a:ea typeface="Arial"/>
                <a:cs typeface="Arial"/>
              </a:defRPr>
            </a:lvl3pPr>
            <a:lvl4pPr algn="l">
              <a:defRPr sz="1350" b="1">
                <a:solidFill>
                  <a:srgbClr val="C5DC9C"/>
                </a:solidFill>
                <a:latin typeface="Arial"/>
                <a:ea typeface="Arial"/>
                <a:cs typeface="Arial"/>
              </a:defRPr>
            </a:lvl4pPr>
            <a:lvl5pPr algn="l">
              <a:defRPr sz="1350" b="1">
                <a:solidFill>
                  <a:srgbClr val="C5DC9C"/>
                </a:solidFill>
                <a:latin typeface="Arial"/>
                <a:ea typeface="Arial"/>
                <a:cs typeface="Arial"/>
              </a:defRPr>
            </a:lvl5pPr>
            <a:lvl6pPr algn="l">
              <a:defRPr sz="1350" b="1">
                <a:solidFill>
                  <a:srgbClr val="C5DC9C"/>
                </a:solidFill>
                <a:latin typeface="Arial"/>
                <a:ea typeface="Arial"/>
                <a:cs typeface="Arial"/>
              </a:defRPr>
            </a:lvl6pPr>
            <a:lvl7pPr algn="l">
              <a:defRPr sz="1350" b="1">
                <a:solidFill>
                  <a:srgbClr val="C5DC9C"/>
                </a:solidFill>
                <a:latin typeface="Arial"/>
                <a:ea typeface="Arial"/>
                <a:cs typeface="Arial"/>
              </a:defRPr>
            </a:lvl7pPr>
            <a:lvl8pPr algn="l">
              <a:defRPr sz="1350" b="1">
                <a:solidFill>
                  <a:srgbClr val="C5DC9C"/>
                </a:solidFill>
                <a:latin typeface="Arial"/>
                <a:ea typeface="Arial"/>
                <a:cs typeface="Arial"/>
              </a:defRPr>
            </a:lvl8pPr>
            <a:lvl9pPr algn="l">
              <a:defRPr sz="1350" b="1">
                <a:solidFill>
                  <a:srgbClr val="C5DC9C"/>
                </a:solidFill>
                <a:latin typeface="Arial"/>
                <a:ea typeface="Arial"/>
                <a:cs typeface="Arial"/>
              </a:defRPr>
            </a:lvl9pPr>
          </a:lstStyle>
          <a:p xmlns:a="http://schemas.openxmlformats.org/drawingml/2006/main">
            <a:pPr algn="l">
              <a:defRPr sz="1350" b="1">
                <a:solidFill>
                  <a:srgbClr val="C5DC9C"/>
                </a:solidFill>
                <a:latin typeface="Arial"/>
                <a:ea typeface="Arial"/>
                <a:cs typeface="Arial"/>
              </a:defRPr>
            </a:pPr>
            <a:r>
              <a:rPr sz="1350" b="1">
                <a:solidFill>
                  <a:srgbClr val="C5DC9C"/>
                </a:solidFill>
                <a:latin typeface="Arial"/>
                <a:ea typeface="Arial"/>
                <a:cs typeface="Arial"/>
              </a:rPr>
              <a:t>01</a:t>
            </a:r>
          </a:p>
        </p:txBody>
      </p:sp>
      <p:sp>
        <p:nvSpPr>
          <p:cNvPr id="9" name="Voice + text">
            <a:extLst xmlns:a="http://schemas.openxmlformats.org/drawingml/2006/main">
              <a:ext uri="{FF2B5EF4-FFF2-40B4-BE49-F238E27FC236}">
                <a16:creationId xmlns:a16="http://schemas.microsoft.com/office/drawing/2014/main" id="{9B6879AA-8AC7-4311-915B-68ED84A30B99}"/>
              </a:ext>
            </a:extLst>
          </p:cNvPr>
          <p:cNvSpPr>
            <a:spLocks xmlns:a="http://schemas.openxmlformats.org/drawingml/2006/main" noGrp="1"/>
          </p:cNvSpPr>
          <p:nvPr/>
        </p:nvSpPr>
        <p:spPr>
          <a:xfrm xmlns:a="http://schemas.openxmlformats.org/drawingml/2006/main">
            <a:off x="9639300" y="1981200"/>
            <a:ext cx="2047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F5F4EE"/>
                </a:solidFill>
                <a:latin typeface="Arial"/>
                <a:ea typeface="Arial"/>
                <a:cs typeface="Arial"/>
              </a:defRPr>
            </a:defPPr>
            <a:lvl1pPr algn="l">
              <a:defRPr sz="1875" b="1">
                <a:solidFill>
                  <a:srgbClr val="F5F4EE"/>
                </a:solidFill>
                <a:latin typeface="Arial"/>
                <a:ea typeface="Arial"/>
                <a:cs typeface="Arial"/>
              </a:defRPr>
            </a:lvl1pPr>
            <a:lvl2pPr algn="l">
              <a:defRPr sz="1875" b="1">
                <a:solidFill>
                  <a:srgbClr val="F5F4EE"/>
                </a:solidFill>
                <a:latin typeface="Arial"/>
                <a:ea typeface="Arial"/>
                <a:cs typeface="Arial"/>
              </a:defRPr>
            </a:lvl2pPr>
            <a:lvl3pPr algn="l">
              <a:defRPr sz="1875" b="1">
                <a:solidFill>
                  <a:srgbClr val="F5F4EE"/>
                </a:solidFill>
                <a:latin typeface="Arial"/>
                <a:ea typeface="Arial"/>
                <a:cs typeface="Arial"/>
              </a:defRPr>
            </a:lvl3pPr>
            <a:lvl4pPr algn="l">
              <a:defRPr sz="1875" b="1">
                <a:solidFill>
                  <a:srgbClr val="F5F4EE"/>
                </a:solidFill>
                <a:latin typeface="Arial"/>
                <a:ea typeface="Arial"/>
                <a:cs typeface="Arial"/>
              </a:defRPr>
            </a:lvl4pPr>
            <a:lvl5pPr algn="l">
              <a:defRPr sz="1875" b="1">
                <a:solidFill>
                  <a:srgbClr val="F5F4EE"/>
                </a:solidFill>
                <a:latin typeface="Arial"/>
                <a:ea typeface="Arial"/>
                <a:cs typeface="Arial"/>
              </a:defRPr>
            </a:lvl5pPr>
            <a:lvl6pPr algn="l">
              <a:defRPr sz="1875" b="1">
                <a:solidFill>
                  <a:srgbClr val="F5F4EE"/>
                </a:solidFill>
                <a:latin typeface="Arial"/>
                <a:ea typeface="Arial"/>
                <a:cs typeface="Arial"/>
              </a:defRPr>
            </a:lvl6pPr>
            <a:lvl7pPr algn="l">
              <a:defRPr sz="1875" b="1">
                <a:solidFill>
                  <a:srgbClr val="F5F4EE"/>
                </a:solidFill>
                <a:latin typeface="Arial"/>
                <a:ea typeface="Arial"/>
                <a:cs typeface="Arial"/>
              </a:defRPr>
            </a:lvl7pPr>
            <a:lvl8pPr algn="l">
              <a:defRPr sz="1875" b="1">
                <a:solidFill>
                  <a:srgbClr val="F5F4EE"/>
                </a:solidFill>
                <a:latin typeface="Arial"/>
                <a:ea typeface="Arial"/>
                <a:cs typeface="Arial"/>
              </a:defRPr>
            </a:lvl8pPr>
            <a:lvl9pPr algn="l">
              <a:defRPr sz="1875" b="1">
                <a:solidFill>
                  <a:srgbClr val="F5F4EE"/>
                </a:solidFill>
                <a:latin typeface="Arial"/>
                <a:ea typeface="Arial"/>
                <a:cs typeface="Arial"/>
              </a:defRPr>
            </a:lvl9pPr>
          </a:lstStyle>
          <a:p xmlns:a="http://schemas.openxmlformats.org/drawingml/2006/main">
            <a:pPr algn="l">
              <a:defRPr sz="1875" b="1">
                <a:solidFill>
                  <a:srgbClr val="F5F4EE"/>
                </a:solidFill>
                <a:latin typeface="Arial"/>
                <a:ea typeface="Arial"/>
                <a:cs typeface="Arial"/>
              </a:defRPr>
            </a:pPr>
            <a:r>
              <a:rPr sz="1875" b="1">
                <a:solidFill>
                  <a:srgbClr val="F5F4EE"/>
                </a:solidFill>
                <a:latin typeface="Arial"/>
                <a:ea typeface="Arial"/>
                <a:cs typeface="Arial"/>
              </a:rPr>
              <a:t>Voice + text</a:t>
            </a:r>
          </a:p>
        </p:txBody>
      </p:sp>
      <p:sp>
        <p:nvSpPr>
          <p:cNvPr id="10" name="Speak, type or upload audio.">
            <a:extLst xmlns:a="http://schemas.openxmlformats.org/drawingml/2006/main">
              <a:ext uri="{FF2B5EF4-FFF2-40B4-BE49-F238E27FC236}">
                <a16:creationId xmlns:a16="http://schemas.microsoft.com/office/drawing/2014/main" id="{864DF0E3-21A5-43AB-B6C1-50B2B5E8BE47}"/>
              </a:ext>
            </a:extLst>
          </p:cNvPr>
          <p:cNvSpPr>
            <a:spLocks xmlns:a="http://schemas.openxmlformats.org/drawingml/2006/main" noGrp="1"/>
          </p:cNvSpPr>
          <p:nvPr/>
        </p:nvSpPr>
        <p:spPr>
          <a:xfrm xmlns:a="http://schemas.openxmlformats.org/drawingml/2006/main">
            <a:off x="9639300" y="2371725"/>
            <a:ext cx="2019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9CABC"/>
                </a:solidFill>
                <a:latin typeface="Arial"/>
                <a:ea typeface="Arial"/>
                <a:cs typeface="Arial"/>
              </a:defRPr>
            </a:defPPr>
            <a:lvl1pPr algn="l">
              <a:defRPr sz="1575" b="0">
                <a:solidFill>
                  <a:srgbClr val="B9CABC"/>
                </a:solidFill>
                <a:latin typeface="Arial"/>
                <a:ea typeface="Arial"/>
                <a:cs typeface="Arial"/>
              </a:defRPr>
            </a:lvl1pPr>
            <a:lvl2pPr algn="l">
              <a:defRPr sz="1575" b="0">
                <a:solidFill>
                  <a:srgbClr val="B9CABC"/>
                </a:solidFill>
                <a:latin typeface="Arial"/>
                <a:ea typeface="Arial"/>
                <a:cs typeface="Arial"/>
              </a:defRPr>
            </a:lvl2pPr>
            <a:lvl3pPr algn="l">
              <a:defRPr sz="1575" b="0">
                <a:solidFill>
                  <a:srgbClr val="B9CABC"/>
                </a:solidFill>
                <a:latin typeface="Arial"/>
                <a:ea typeface="Arial"/>
                <a:cs typeface="Arial"/>
              </a:defRPr>
            </a:lvl3pPr>
            <a:lvl4pPr algn="l">
              <a:defRPr sz="1575" b="0">
                <a:solidFill>
                  <a:srgbClr val="B9CABC"/>
                </a:solidFill>
                <a:latin typeface="Arial"/>
                <a:ea typeface="Arial"/>
                <a:cs typeface="Arial"/>
              </a:defRPr>
            </a:lvl4pPr>
            <a:lvl5pPr algn="l">
              <a:defRPr sz="1575" b="0">
                <a:solidFill>
                  <a:srgbClr val="B9CABC"/>
                </a:solidFill>
                <a:latin typeface="Arial"/>
                <a:ea typeface="Arial"/>
                <a:cs typeface="Arial"/>
              </a:defRPr>
            </a:lvl5pPr>
            <a:lvl6pPr algn="l">
              <a:defRPr sz="1575" b="0">
                <a:solidFill>
                  <a:srgbClr val="B9CABC"/>
                </a:solidFill>
                <a:latin typeface="Arial"/>
                <a:ea typeface="Arial"/>
                <a:cs typeface="Arial"/>
              </a:defRPr>
            </a:lvl6pPr>
            <a:lvl7pPr algn="l">
              <a:defRPr sz="1575" b="0">
                <a:solidFill>
                  <a:srgbClr val="B9CABC"/>
                </a:solidFill>
                <a:latin typeface="Arial"/>
                <a:ea typeface="Arial"/>
                <a:cs typeface="Arial"/>
              </a:defRPr>
            </a:lvl7pPr>
            <a:lvl8pPr algn="l">
              <a:defRPr sz="1575" b="0">
                <a:solidFill>
                  <a:srgbClr val="B9CABC"/>
                </a:solidFill>
                <a:latin typeface="Arial"/>
                <a:ea typeface="Arial"/>
                <a:cs typeface="Arial"/>
              </a:defRPr>
            </a:lvl8pPr>
            <a:lvl9pPr algn="l">
              <a:defRPr sz="1575" b="0">
                <a:solidFill>
                  <a:srgbClr val="B9CABC"/>
                </a:solidFill>
                <a:latin typeface="Arial"/>
                <a:ea typeface="Arial"/>
                <a:cs typeface="Arial"/>
              </a:defRPr>
            </a:lvl9pPr>
          </a:lstStyle>
          <a:p xmlns:a="http://schemas.openxmlformats.org/drawingml/2006/main">
            <a:pPr algn="l">
              <a:defRPr sz="1575" b="0">
                <a:solidFill>
                  <a:srgbClr val="B9CABC"/>
                </a:solidFill>
                <a:latin typeface="Arial"/>
                <a:ea typeface="Arial"/>
                <a:cs typeface="Arial"/>
              </a:defRPr>
            </a:pPr>
            <a:r>
              <a:rPr sz="1575" b="0">
                <a:solidFill>
                  <a:srgbClr val="B9CABC"/>
                </a:solidFill>
                <a:latin typeface="Arial"/>
                <a:ea typeface="Arial"/>
                <a:cs typeface="Arial"/>
              </a:rPr>
              <a:t>Speak, type or upload audio.</a:t>
            </a:r>
          </a:p>
        </p:txBody>
      </p:sp>
      <p:sp>
        <p:nvSpPr>
          <p:cNvPr id="11" name="02">
            <a:extLst xmlns:a="http://schemas.openxmlformats.org/drawingml/2006/main">
              <a:ext uri="{FF2B5EF4-FFF2-40B4-BE49-F238E27FC236}">
                <a16:creationId xmlns:a16="http://schemas.microsoft.com/office/drawing/2014/main" id="{8A8A8453-48E2-4987-B27D-09D5EAD1FD4F}"/>
              </a:ext>
            </a:extLst>
          </p:cNvPr>
          <p:cNvSpPr>
            <a:spLocks xmlns:a="http://schemas.openxmlformats.org/drawingml/2006/main" noGrp="1"/>
          </p:cNvSpPr>
          <p:nvPr/>
        </p:nvSpPr>
        <p:spPr>
          <a:xfrm xmlns:a="http://schemas.openxmlformats.org/drawingml/2006/main">
            <a:off x="9163050" y="3057525"/>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C5DC9C"/>
                </a:solidFill>
                <a:latin typeface="Arial"/>
                <a:ea typeface="Arial"/>
                <a:cs typeface="Arial"/>
              </a:defRPr>
            </a:defPPr>
            <a:lvl1pPr algn="l">
              <a:defRPr sz="1350" b="1">
                <a:solidFill>
                  <a:srgbClr val="C5DC9C"/>
                </a:solidFill>
                <a:latin typeface="Arial"/>
                <a:ea typeface="Arial"/>
                <a:cs typeface="Arial"/>
              </a:defRPr>
            </a:lvl1pPr>
            <a:lvl2pPr algn="l">
              <a:defRPr sz="1350" b="1">
                <a:solidFill>
                  <a:srgbClr val="C5DC9C"/>
                </a:solidFill>
                <a:latin typeface="Arial"/>
                <a:ea typeface="Arial"/>
                <a:cs typeface="Arial"/>
              </a:defRPr>
            </a:lvl2pPr>
            <a:lvl3pPr algn="l">
              <a:defRPr sz="1350" b="1">
                <a:solidFill>
                  <a:srgbClr val="C5DC9C"/>
                </a:solidFill>
                <a:latin typeface="Arial"/>
                <a:ea typeface="Arial"/>
                <a:cs typeface="Arial"/>
              </a:defRPr>
            </a:lvl3pPr>
            <a:lvl4pPr algn="l">
              <a:defRPr sz="1350" b="1">
                <a:solidFill>
                  <a:srgbClr val="C5DC9C"/>
                </a:solidFill>
                <a:latin typeface="Arial"/>
                <a:ea typeface="Arial"/>
                <a:cs typeface="Arial"/>
              </a:defRPr>
            </a:lvl4pPr>
            <a:lvl5pPr algn="l">
              <a:defRPr sz="1350" b="1">
                <a:solidFill>
                  <a:srgbClr val="C5DC9C"/>
                </a:solidFill>
                <a:latin typeface="Arial"/>
                <a:ea typeface="Arial"/>
                <a:cs typeface="Arial"/>
              </a:defRPr>
            </a:lvl5pPr>
            <a:lvl6pPr algn="l">
              <a:defRPr sz="1350" b="1">
                <a:solidFill>
                  <a:srgbClr val="C5DC9C"/>
                </a:solidFill>
                <a:latin typeface="Arial"/>
                <a:ea typeface="Arial"/>
                <a:cs typeface="Arial"/>
              </a:defRPr>
            </a:lvl6pPr>
            <a:lvl7pPr algn="l">
              <a:defRPr sz="1350" b="1">
                <a:solidFill>
                  <a:srgbClr val="C5DC9C"/>
                </a:solidFill>
                <a:latin typeface="Arial"/>
                <a:ea typeface="Arial"/>
                <a:cs typeface="Arial"/>
              </a:defRPr>
            </a:lvl7pPr>
            <a:lvl8pPr algn="l">
              <a:defRPr sz="1350" b="1">
                <a:solidFill>
                  <a:srgbClr val="C5DC9C"/>
                </a:solidFill>
                <a:latin typeface="Arial"/>
                <a:ea typeface="Arial"/>
                <a:cs typeface="Arial"/>
              </a:defRPr>
            </a:lvl8pPr>
            <a:lvl9pPr algn="l">
              <a:defRPr sz="1350" b="1">
                <a:solidFill>
                  <a:srgbClr val="C5DC9C"/>
                </a:solidFill>
                <a:latin typeface="Arial"/>
                <a:ea typeface="Arial"/>
                <a:cs typeface="Arial"/>
              </a:defRPr>
            </a:lvl9pPr>
          </a:lstStyle>
          <a:p xmlns:a="http://schemas.openxmlformats.org/drawingml/2006/main">
            <a:pPr algn="l">
              <a:defRPr sz="1350" b="1">
                <a:solidFill>
                  <a:srgbClr val="C5DC9C"/>
                </a:solidFill>
                <a:latin typeface="Arial"/>
                <a:ea typeface="Arial"/>
                <a:cs typeface="Arial"/>
              </a:defRPr>
            </a:pPr>
            <a:r>
              <a:rPr sz="1350" b="1">
                <a:solidFill>
                  <a:srgbClr val="C5DC9C"/>
                </a:solidFill>
                <a:latin typeface="Arial"/>
                <a:ea typeface="Arial"/>
                <a:cs typeface="Arial"/>
              </a:rPr>
              <a:t>02</a:t>
            </a:r>
          </a:p>
        </p:txBody>
      </p:sp>
      <p:sp>
        <p:nvSpPr>
          <p:cNvPr id="12" name="Pause to share">
            <a:extLst xmlns:a="http://schemas.openxmlformats.org/drawingml/2006/main">
              <a:ext uri="{FF2B5EF4-FFF2-40B4-BE49-F238E27FC236}">
                <a16:creationId xmlns:a16="http://schemas.microsoft.com/office/drawing/2014/main" id="{63CF2940-7D1E-4DD6-86E1-A4B6346ADBD7}"/>
              </a:ext>
            </a:extLst>
          </p:cNvPr>
          <p:cNvSpPr>
            <a:spLocks xmlns:a="http://schemas.openxmlformats.org/drawingml/2006/main" noGrp="1"/>
          </p:cNvSpPr>
          <p:nvPr/>
        </p:nvSpPr>
        <p:spPr>
          <a:xfrm xmlns:a="http://schemas.openxmlformats.org/drawingml/2006/main">
            <a:off x="9639300" y="3038475"/>
            <a:ext cx="2047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F5F4EE"/>
                </a:solidFill>
                <a:latin typeface="Arial"/>
                <a:ea typeface="Arial"/>
                <a:cs typeface="Arial"/>
              </a:defRPr>
            </a:defPPr>
            <a:lvl1pPr algn="l">
              <a:defRPr sz="1875" b="1">
                <a:solidFill>
                  <a:srgbClr val="F5F4EE"/>
                </a:solidFill>
                <a:latin typeface="Arial"/>
                <a:ea typeface="Arial"/>
                <a:cs typeface="Arial"/>
              </a:defRPr>
            </a:lvl1pPr>
            <a:lvl2pPr algn="l">
              <a:defRPr sz="1875" b="1">
                <a:solidFill>
                  <a:srgbClr val="F5F4EE"/>
                </a:solidFill>
                <a:latin typeface="Arial"/>
                <a:ea typeface="Arial"/>
                <a:cs typeface="Arial"/>
              </a:defRPr>
            </a:lvl2pPr>
            <a:lvl3pPr algn="l">
              <a:defRPr sz="1875" b="1">
                <a:solidFill>
                  <a:srgbClr val="F5F4EE"/>
                </a:solidFill>
                <a:latin typeface="Arial"/>
                <a:ea typeface="Arial"/>
                <a:cs typeface="Arial"/>
              </a:defRPr>
            </a:lvl3pPr>
            <a:lvl4pPr algn="l">
              <a:defRPr sz="1875" b="1">
                <a:solidFill>
                  <a:srgbClr val="F5F4EE"/>
                </a:solidFill>
                <a:latin typeface="Arial"/>
                <a:ea typeface="Arial"/>
                <a:cs typeface="Arial"/>
              </a:defRPr>
            </a:lvl4pPr>
            <a:lvl5pPr algn="l">
              <a:defRPr sz="1875" b="1">
                <a:solidFill>
                  <a:srgbClr val="F5F4EE"/>
                </a:solidFill>
                <a:latin typeface="Arial"/>
                <a:ea typeface="Arial"/>
                <a:cs typeface="Arial"/>
              </a:defRPr>
            </a:lvl5pPr>
            <a:lvl6pPr algn="l">
              <a:defRPr sz="1875" b="1">
                <a:solidFill>
                  <a:srgbClr val="F5F4EE"/>
                </a:solidFill>
                <a:latin typeface="Arial"/>
                <a:ea typeface="Arial"/>
                <a:cs typeface="Arial"/>
              </a:defRPr>
            </a:lvl6pPr>
            <a:lvl7pPr algn="l">
              <a:defRPr sz="1875" b="1">
                <a:solidFill>
                  <a:srgbClr val="F5F4EE"/>
                </a:solidFill>
                <a:latin typeface="Arial"/>
                <a:ea typeface="Arial"/>
                <a:cs typeface="Arial"/>
              </a:defRPr>
            </a:lvl7pPr>
            <a:lvl8pPr algn="l">
              <a:defRPr sz="1875" b="1">
                <a:solidFill>
                  <a:srgbClr val="F5F4EE"/>
                </a:solidFill>
                <a:latin typeface="Arial"/>
                <a:ea typeface="Arial"/>
                <a:cs typeface="Arial"/>
              </a:defRPr>
            </a:lvl8pPr>
            <a:lvl9pPr algn="l">
              <a:defRPr sz="1875" b="1">
                <a:solidFill>
                  <a:srgbClr val="F5F4EE"/>
                </a:solidFill>
                <a:latin typeface="Arial"/>
                <a:ea typeface="Arial"/>
                <a:cs typeface="Arial"/>
              </a:defRPr>
            </a:lvl9pPr>
          </a:lstStyle>
          <a:p xmlns:a="http://schemas.openxmlformats.org/drawingml/2006/main">
            <a:pPr algn="l">
              <a:defRPr sz="1875" b="1">
                <a:solidFill>
                  <a:srgbClr val="F5F4EE"/>
                </a:solidFill>
                <a:latin typeface="Arial"/>
                <a:ea typeface="Arial"/>
                <a:cs typeface="Arial"/>
              </a:defRPr>
            </a:pPr>
            <a:r>
              <a:rPr sz="1875" b="1">
                <a:solidFill>
                  <a:srgbClr val="F5F4EE"/>
                </a:solidFill>
                <a:latin typeface="Arial"/>
                <a:ea typeface="Arial"/>
                <a:cs typeface="Arial"/>
              </a:rPr>
              <a:t>Pause to share</a:t>
            </a:r>
          </a:p>
        </p:txBody>
      </p:sp>
      <p:sp>
        <p:nvSpPr>
          <p:cNvPr id="13" name="Recording ends after 2 seconds of silence.">
            <a:extLst xmlns:a="http://schemas.openxmlformats.org/drawingml/2006/main">
              <a:ext uri="{FF2B5EF4-FFF2-40B4-BE49-F238E27FC236}">
                <a16:creationId xmlns:a16="http://schemas.microsoft.com/office/drawing/2014/main" id="{921E3EA4-3E0C-4505-88CC-CE2F0D8EFAF9}"/>
              </a:ext>
            </a:extLst>
          </p:cNvPr>
          <p:cNvSpPr>
            <a:spLocks xmlns:a="http://schemas.openxmlformats.org/drawingml/2006/main" noGrp="1"/>
          </p:cNvSpPr>
          <p:nvPr/>
        </p:nvSpPr>
        <p:spPr>
          <a:xfrm xmlns:a="http://schemas.openxmlformats.org/drawingml/2006/main">
            <a:off x="9639300" y="3429000"/>
            <a:ext cx="2019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9CABC"/>
                </a:solidFill>
                <a:latin typeface="Arial"/>
                <a:ea typeface="Arial"/>
                <a:cs typeface="Arial"/>
              </a:defRPr>
            </a:defPPr>
            <a:lvl1pPr algn="l">
              <a:defRPr sz="1575" b="0">
                <a:solidFill>
                  <a:srgbClr val="B9CABC"/>
                </a:solidFill>
                <a:latin typeface="Arial"/>
                <a:ea typeface="Arial"/>
                <a:cs typeface="Arial"/>
              </a:defRPr>
            </a:lvl1pPr>
            <a:lvl2pPr algn="l">
              <a:defRPr sz="1575" b="0">
                <a:solidFill>
                  <a:srgbClr val="B9CABC"/>
                </a:solidFill>
                <a:latin typeface="Arial"/>
                <a:ea typeface="Arial"/>
                <a:cs typeface="Arial"/>
              </a:defRPr>
            </a:lvl2pPr>
            <a:lvl3pPr algn="l">
              <a:defRPr sz="1575" b="0">
                <a:solidFill>
                  <a:srgbClr val="B9CABC"/>
                </a:solidFill>
                <a:latin typeface="Arial"/>
                <a:ea typeface="Arial"/>
                <a:cs typeface="Arial"/>
              </a:defRPr>
            </a:lvl3pPr>
            <a:lvl4pPr algn="l">
              <a:defRPr sz="1575" b="0">
                <a:solidFill>
                  <a:srgbClr val="B9CABC"/>
                </a:solidFill>
                <a:latin typeface="Arial"/>
                <a:ea typeface="Arial"/>
                <a:cs typeface="Arial"/>
              </a:defRPr>
            </a:lvl4pPr>
            <a:lvl5pPr algn="l">
              <a:defRPr sz="1575" b="0">
                <a:solidFill>
                  <a:srgbClr val="B9CABC"/>
                </a:solidFill>
                <a:latin typeface="Arial"/>
                <a:ea typeface="Arial"/>
                <a:cs typeface="Arial"/>
              </a:defRPr>
            </a:lvl5pPr>
            <a:lvl6pPr algn="l">
              <a:defRPr sz="1575" b="0">
                <a:solidFill>
                  <a:srgbClr val="B9CABC"/>
                </a:solidFill>
                <a:latin typeface="Arial"/>
                <a:ea typeface="Arial"/>
                <a:cs typeface="Arial"/>
              </a:defRPr>
            </a:lvl6pPr>
            <a:lvl7pPr algn="l">
              <a:defRPr sz="1575" b="0">
                <a:solidFill>
                  <a:srgbClr val="B9CABC"/>
                </a:solidFill>
                <a:latin typeface="Arial"/>
                <a:ea typeface="Arial"/>
                <a:cs typeface="Arial"/>
              </a:defRPr>
            </a:lvl7pPr>
            <a:lvl8pPr algn="l">
              <a:defRPr sz="1575" b="0">
                <a:solidFill>
                  <a:srgbClr val="B9CABC"/>
                </a:solidFill>
                <a:latin typeface="Arial"/>
                <a:ea typeface="Arial"/>
                <a:cs typeface="Arial"/>
              </a:defRPr>
            </a:lvl8pPr>
            <a:lvl9pPr algn="l">
              <a:defRPr sz="1575" b="0">
                <a:solidFill>
                  <a:srgbClr val="B9CABC"/>
                </a:solidFill>
                <a:latin typeface="Arial"/>
                <a:ea typeface="Arial"/>
                <a:cs typeface="Arial"/>
              </a:defRPr>
            </a:lvl9pPr>
          </a:lstStyle>
          <a:p xmlns:a="http://schemas.openxmlformats.org/drawingml/2006/main">
            <a:pPr algn="l">
              <a:defRPr sz="1575" b="0">
                <a:solidFill>
                  <a:srgbClr val="B9CABC"/>
                </a:solidFill>
                <a:latin typeface="Arial"/>
                <a:ea typeface="Arial"/>
                <a:cs typeface="Arial"/>
              </a:defRPr>
            </a:pPr>
            <a:r>
              <a:rPr sz="1575" b="0">
                <a:solidFill>
                  <a:srgbClr val="B9CABC"/>
                </a:solidFill>
                <a:latin typeface="Arial"/>
                <a:ea typeface="Arial"/>
                <a:cs typeface="Arial"/>
              </a:rPr>
              <a:t>Recording ends after 2 seconds of silence.</a:t>
            </a:r>
          </a:p>
        </p:txBody>
      </p:sp>
      <p:sp>
        <p:nvSpPr>
          <p:cNvPr id="14" name="03">
            <a:extLst xmlns:a="http://schemas.openxmlformats.org/drawingml/2006/main">
              <a:ext uri="{FF2B5EF4-FFF2-40B4-BE49-F238E27FC236}">
                <a16:creationId xmlns:a16="http://schemas.microsoft.com/office/drawing/2014/main" id="{8950C933-ED85-48AD-9BD6-F9FAD18C878D}"/>
              </a:ext>
            </a:extLst>
          </p:cNvPr>
          <p:cNvSpPr>
            <a:spLocks xmlns:a="http://schemas.openxmlformats.org/drawingml/2006/main" noGrp="1"/>
          </p:cNvSpPr>
          <p:nvPr/>
        </p:nvSpPr>
        <p:spPr>
          <a:xfrm xmlns:a="http://schemas.openxmlformats.org/drawingml/2006/main">
            <a:off x="9163050" y="4114800"/>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C5DC9C"/>
                </a:solidFill>
                <a:latin typeface="Arial"/>
                <a:ea typeface="Arial"/>
                <a:cs typeface="Arial"/>
              </a:defRPr>
            </a:defPPr>
            <a:lvl1pPr algn="l">
              <a:defRPr sz="1350" b="1">
                <a:solidFill>
                  <a:srgbClr val="C5DC9C"/>
                </a:solidFill>
                <a:latin typeface="Arial"/>
                <a:ea typeface="Arial"/>
                <a:cs typeface="Arial"/>
              </a:defRPr>
            </a:lvl1pPr>
            <a:lvl2pPr algn="l">
              <a:defRPr sz="1350" b="1">
                <a:solidFill>
                  <a:srgbClr val="C5DC9C"/>
                </a:solidFill>
                <a:latin typeface="Arial"/>
                <a:ea typeface="Arial"/>
                <a:cs typeface="Arial"/>
              </a:defRPr>
            </a:lvl2pPr>
            <a:lvl3pPr algn="l">
              <a:defRPr sz="1350" b="1">
                <a:solidFill>
                  <a:srgbClr val="C5DC9C"/>
                </a:solidFill>
                <a:latin typeface="Arial"/>
                <a:ea typeface="Arial"/>
                <a:cs typeface="Arial"/>
              </a:defRPr>
            </a:lvl3pPr>
            <a:lvl4pPr algn="l">
              <a:defRPr sz="1350" b="1">
                <a:solidFill>
                  <a:srgbClr val="C5DC9C"/>
                </a:solidFill>
                <a:latin typeface="Arial"/>
                <a:ea typeface="Arial"/>
                <a:cs typeface="Arial"/>
              </a:defRPr>
            </a:lvl4pPr>
            <a:lvl5pPr algn="l">
              <a:defRPr sz="1350" b="1">
                <a:solidFill>
                  <a:srgbClr val="C5DC9C"/>
                </a:solidFill>
                <a:latin typeface="Arial"/>
                <a:ea typeface="Arial"/>
                <a:cs typeface="Arial"/>
              </a:defRPr>
            </a:lvl5pPr>
            <a:lvl6pPr algn="l">
              <a:defRPr sz="1350" b="1">
                <a:solidFill>
                  <a:srgbClr val="C5DC9C"/>
                </a:solidFill>
                <a:latin typeface="Arial"/>
                <a:ea typeface="Arial"/>
                <a:cs typeface="Arial"/>
              </a:defRPr>
            </a:lvl6pPr>
            <a:lvl7pPr algn="l">
              <a:defRPr sz="1350" b="1">
                <a:solidFill>
                  <a:srgbClr val="C5DC9C"/>
                </a:solidFill>
                <a:latin typeface="Arial"/>
                <a:ea typeface="Arial"/>
                <a:cs typeface="Arial"/>
              </a:defRPr>
            </a:lvl7pPr>
            <a:lvl8pPr algn="l">
              <a:defRPr sz="1350" b="1">
                <a:solidFill>
                  <a:srgbClr val="C5DC9C"/>
                </a:solidFill>
                <a:latin typeface="Arial"/>
                <a:ea typeface="Arial"/>
                <a:cs typeface="Arial"/>
              </a:defRPr>
            </a:lvl8pPr>
            <a:lvl9pPr algn="l">
              <a:defRPr sz="1350" b="1">
                <a:solidFill>
                  <a:srgbClr val="C5DC9C"/>
                </a:solidFill>
                <a:latin typeface="Arial"/>
                <a:ea typeface="Arial"/>
                <a:cs typeface="Arial"/>
              </a:defRPr>
            </a:lvl9pPr>
          </a:lstStyle>
          <a:p xmlns:a="http://schemas.openxmlformats.org/drawingml/2006/main">
            <a:pPr algn="l">
              <a:defRPr sz="1350" b="1">
                <a:solidFill>
                  <a:srgbClr val="C5DC9C"/>
                </a:solidFill>
                <a:latin typeface="Arial"/>
                <a:ea typeface="Arial"/>
                <a:cs typeface="Arial"/>
              </a:defRPr>
            </a:pPr>
            <a:r>
              <a:rPr sz="1350" b="1">
                <a:solidFill>
                  <a:srgbClr val="C5DC9C"/>
                </a:solidFill>
                <a:latin typeface="Arial"/>
                <a:ea typeface="Arial"/>
                <a:cs typeface="Arial"/>
              </a:rPr>
              <a:t>03</a:t>
            </a:r>
          </a:p>
        </p:txBody>
      </p:sp>
      <p:sp>
        <p:nvSpPr>
          <p:cNvPr id="15" name="Optional webcam">
            <a:extLst xmlns:a="http://schemas.openxmlformats.org/drawingml/2006/main">
              <a:ext uri="{FF2B5EF4-FFF2-40B4-BE49-F238E27FC236}">
                <a16:creationId xmlns:a16="http://schemas.microsoft.com/office/drawing/2014/main" id="{1E621E3B-9329-48C4-9544-A212B4C6696B}"/>
              </a:ext>
            </a:extLst>
          </p:cNvPr>
          <p:cNvSpPr>
            <a:spLocks xmlns:a="http://schemas.openxmlformats.org/drawingml/2006/main" noGrp="1"/>
          </p:cNvSpPr>
          <p:nvPr/>
        </p:nvSpPr>
        <p:spPr>
          <a:xfrm xmlns:a="http://schemas.openxmlformats.org/drawingml/2006/main">
            <a:off x="9639300" y="4095750"/>
            <a:ext cx="2047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F5F4EE"/>
                </a:solidFill>
                <a:latin typeface="Arial"/>
                <a:ea typeface="Arial"/>
                <a:cs typeface="Arial"/>
              </a:defRPr>
            </a:defPPr>
            <a:lvl1pPr algn="l">
              <a:defRPr sz="1875" b="1">
                <a:solidFill>
                  <a:srgbClr val="F5F4EE"/>
                </a:solidFill>
                <a:latin typeface="Arial"/>
                <a:ea typeface="Arial"/>
                <a:cs typeface="Arial"/>
              </a:defRPr>
            </a:lvl1pPr>
            <a:lvl2pPr algn="l">
              <a:defRPr sz="1875" b="1">
                <a:solidFill>
                  <a:srgbClr val="F5F4EE"/>
                </a:solidFill>
                <a:latin typeface="Arial"/>
                <a:ea typeface="Arial"/>
                <a:cs typeface="Arial"/>
              </a:defRPr>
            </a:lvl2pPr>
            <a:lvl3pPr algn="l">
              <a:defRPr sz="1875" b="1">
                <a:solidFill>
                  <a:srgbClr val="F5F4EE"/>
                </a:solidFill>
                <a:latin typeface="Arial"/>
                <a:ea typeface="Arial"/>
                <a:cs typeface="Arial"/>
              </a:defRPr>
            </a:lvl3pPr>
            <a:lvl4pPr algn="l">
              <a:defRPr sz="1875" b="1">
                <a:solidFill>
                  <a:srgbClr val="F5F4EE"/>
                </a:solidFill>
                <a:latin typeface="Arial"/>
                <a:ea typeface="Arial"/>
                <a:cs typeface="Arial"/>
              </a:defRPr>
            </a:lvl4pPr>
            <a:lvl5pPr algn="l">
              <a:defRPr sz="1875" b="1">
                <a:solidFill>
                  <a:srgbClr val="F5F4EE"/>
                </a:solidFill>
                <a:latin typeface="Arial"/>
                <a:ea typeface="Arial"/>
                <a:cs typeface="Arial"/>
              </a:defRPr>
            </a:lvl5pPr>
            <a:lvl6pPr algn="l">
              <a:defRPr sz="1875" b="1">
                <a:solidFill>
                  <a:srgbClr val="F5F4EE"/>
                </a:solidFill>
                <a:latin typeface="Arial"/>
                <a:ea typeface="Arial"/>
                <a:cs typeface="Arial"/>
              </a:defRPr>
            </a:lvl6pPr>
            <a:lvl7pPr algn="l">
              <a:defRPr sz="1875" b="1">
                <a:solidFill>
                  <a:srgbClr val="F5F4EE"/>
                </a:solidFill>
                <a:latin typeface="Arial"/>
                <a:ea typeface="Arial"/>
                <a:cs typeface="Arial"/>
              </a:defRPr>
            </a:lvl7pPr>
            <a:lvl8pPr algn="l">
              <a:defRPr sz="1875" b="1">
                <a:solidFill>
                  <a:srgbClr val="F5F4EE"/>
                </a:solidFill>
                <a:latin typeface="Arial"/>
                <a:ea typeface="Arial"/>
                <a:cs typeface="Arial"/>
              </a:defRPr>
            </a:lvl8pPr>
            <a:lvl9pPr algn="l">
              <a:defRPr sz="1875" b="1">
                <a:solidFill>
                  <a:srgbClr val="F5F4EE"/>
                </a:solidFill>
                <a:latin typeface="Arial"/>
                <a:ea typeface="Arial"/>
                <a:cs typeface="Arial"/>
              </a:defRPr>
            </a:lvl9pPr>
          </a:lstStyle>
          <a:p xmlns:a="http://schemas.openxmlformats.org/drawingml/2006/main">
            <a:pPr algn="l">
              <a:defRPr sz="1875" b="1">
                <a:solidFill>
                  <a:srgbClr val="F5F4EE"/>
                </a:solidFill>
                <a:latin typeface="Arial"/>
                <a:ea typeface="Arial"/>
                <a:cs typeface="Arial"/>
              </a:defRPr>
            </a:pPr>
            <a:r>
              <a:rPr sz="1875" b="1">
                <a:solidFill>
                  <a:srgbClr val="F5F4EE"/>
                </a:solidFill>
                <a:latin typeface="Arial"/>
                <a:ea typeface="Arial"/>
                <a:cs typeface="Arial"/>
              </a:rPr>
              <a:t>Optional webcam</a:t>
            </a:r>
          </a:p>
        </p:txBody>
      </p:sp>
      <p:sp>
        <p:nvSpPr>
          <p:cNvPr id="16" name="Camera off shows an avatar.">
            <a:extLst xmlns:a="http://schemas.openxmlformats.org/drawingml/2006/main">
              <a:ext uri="{FF2B5EF4-FFF2-40B4-BE49-F238E27FC236}">
                <a16:creationId xmlns:a16="http://schemas.microsoft.com/office/drawing/2014/main" id="{D8E7E08C-2D41-4FF6-B4E9-1A20AA290630}"/>
              </a:ext>
            </a:extLst>
          </p:cNvPr>
          <p:cNvSpPr>
            <a:spLocks xmlns:a="http://schemas.openxmlformats.org/drawingml/2006/main" noGrp="1"/>
          </p:cNvSpPr>
          <p:nvPr/>
        </p:nvSpPr>
        <p:spPr>
          <a:xfrm xmlns:a="http://schemas.openxmlformats.org/drawingml/2006/main">
            <a:off x="9639300" y="4486275"/>
            <a:ext cx="2019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9CABC"/>
                </a:solidFill>
                <a:latin typeface="Arial"/>
                <a:ea typeface="Arial"/>
                <a:cs typeface="Arial"/>
              </a:defRPr>
            </a:defPPr>
            <a:lvl1pPr algn="l">
              <a:defRPr sz="1575" b="0">
                <a:solidFill>
                  <a:srgbClr val="B9CABC"/>
                </a:solidFill>
                <a:latin typeface="Arial"/>
                <a:ea typeface="Arial"/>
                <a:cs typeface="Arial"/>
              </a:defRPr>
            </a:lvl1pPr>
            <a:lvl2pPr algn="l">
              <a:defRPr sz="1575" b="0">
                <a:solidFill>
                  <a:srgbClr val="B9CABC"/>
                </a:solidFill>
                <a:latin typeface="Arial"/>
                <a:ea typeface="Arial"/>
                <a:cs typeface="Arial"/>
              </a:defRPr>
            </a:lvl2pPr>
            <a:lvl3pPr algn="l">
              <a:defRPr sz="1575" b="0">
                <a:solidFill>
                  <a:srgbClr val="B9CABC"/>
                </a:solidFill>
                <a:latin typeface="Arial"/>
                <a:ea typeface="Arial"/>
                <a:cs typeface="Arial"/>
              </a:defRPr>
            </a:lvl3pPr>
            <a:lvl4pPr algn="l">
              <a:defRPr sz="1575" b="0">
                <a:solidFill>
                  <a:srgbClr val="B9CABC"/>
                </a:solidFill>
                <a:latin typeface="Arial"/>
                <a:ea typeface="Arial"/>
                <a:cs typeface="Arial"/>
              </a:defRPr>
            </a:lvl4pPr>
            <a:lvl5pPr algn="l">
              <a:defRPr sz="1575" b="0">
                <a:solidFill>
                  <a:srgbClr val="B9CABC"/>
                </a:solidFill>
                <a:latin typeface="Arial"/>
                <a:ea typeface="Arial"/>
                <a:cs typeface="Arial"/>
              </a:defRPr>
            </a:lvl5pPr>
            <a:lvl6pPr algn="l">
              <a:defRPr sz="1575" b="0">
                <a:solidFill>
                  <a:srgbClr val="B9CABC"/>
                </a:solidFill>
                <a:latin typeface="Arial"/>
                <a:ea typeface="Arial"/>
                <a:cs typeface="Arial"/>
              </a:defRPr>
            </a:lvl6pPr>
            <a:lvl7pPr algn="l">
              <a:defRPr sz="1575" b="0">
                <a:solidFill>
                  <a:srgbClr val="B9CABC"/>
                </a:solidFill>
                <a:latin typeface="Arial"/>
                <a:ea typeface="Arial"/>
                <a:cs typeface="Arial"/>
              </a:defRPr>
            </a:lvl7pPr>
            <a:lvl8pPr algn="l">
              <a:defRPr sz="1575" b="0">
                <a:solidFill>
                  <a:srgbClr val="B9CABC"/>
                </a:solidFill>
                <a:latin typeface="Arial"/>
                <a:ea typeface="Arial"/>
                <a:cs typeface="Arial"/>
              </a:defRPr>
            </a:lvl8pPr>
            <a:lvl9pPr algn="l">
              <a:defRPr sz="1575" b="0">
                <a:solidFill>
                  <a:srgbClr val="B9CABC"/>
                </a:solidFill>
                <a:latin typeface="Arial"/>
                <a:ea typeface="Arial"/>
                <a:cs typeface="Arial"/>
              </a:defRPr>
            </a:lvl9pPr>
          </a:lstStyle>
          <a:p xmlns:a="http://schemas.openxmlformats.org/drawingml/2006/main">
            <a:pPr algn="l">
              <a:defRPr sz="1575" b="0">
                <a:solidFill>
                  <a:srgbClr val="B9CABC"/>
                </a:solidFill>
                <a:latin typeface="Arial"/>
                <a:ea typeface="Arial"/>
                <a:cs typeface="Arial"/>
              </a:defRPr>
            </a:pPr>
            <a:r>
              <a:rPr sz="1575" b="0">
                <a:solidFill>
                  <a:srgbClr val="B9CABC"/>
                </a:solidFill>
                <a:latin typeface="Arial"/>
                <a:ea typeface="Arial"/>
                <a:cs typeface="Arial"/>
              </a:rPr>
              <a:t>Camera off shows an avatar.</a:t>
            </a:r>
          </a:p>
        </p:txBody>
      </p:sp>
      <p:sp>
        <p:nvSpPr>
          <p:cNvPr id="17" name="04">
            <a:extLst xmlns:a="http://schemas.openxmlformats.org/drawingml/2006/main">
              <a:ext uri="{FF2B5EF4-FFF2-40B4-BE49-F238E27FC236}">
                <a16:creationId xmlns:a16="http://schemas.microsoft.com/office/drawing/2014/main" id="{891260A2-603F-40D0-B675-A18C23199701}"/>
              </a:ext>
            </a:extLst>
          </p:cNvPr>
          <p:cNvSpPr>
            <a:spLocks xmlns:a="http://schemas.openxmlformats.org/drawingml/2006/main" noGrp="1"/>
          </p:cNvSpPr>
          <p:nvPr/>
        </p:nvSpPr>
        <p:spPr>
          <a:xfrm xmlns:a="http://schemas.openxmlformats.org/drawingml/2006/main">
            <a:off x="9163050" y="5172075"/>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1">
                <a:solidFill>
                  <a:srgbClr val="C5DC9C"/>
                </a:solidFill>
                <a:latin typeface="Arial"/>
                <a:ea typeface="Arial"/>
                <a:cs typeface="Arial"/>
              </a:defRPr>
            </a:defPPr>
            <a:lvl1pPr algn="l">
              <a:defRPr sz="1350" b="1">
                <a:solidFill>
                  <a:srgbClr val="C5DC9C"/>
                </a:solidFill>
                <a:latin typeface="Arial"/>
                <a:ea typeface="Arial"/>
                <a:cs typeface="Arial"/>
              </a:defRPr>
            </a:lvl1pPr>
            <a:lvl2pPr algn="l">
              <a:defRPr sz="1350" b="1">
                <a:solidFill>
                  <a:srgbClr val="C5DC9C"/>
                </a:solidFill>
                <a:latin typeface="Arial"/>
                <a:ea typeface="Arial"/>
                <a:cs typeface="Arial"/>
              </a:defRPr>
            </a:lvl2pPr>
            <a:lvl3pPr algn="l">
              <a:defRPr sz="1350" b="1">
                <a:solidFill>
                  <a:srgbClr val="C5DC9C"/>
                </a:solidFill>
                <a:latin typeface="Arial"/>
                <a:ea typeface="Arial"/>
                <a:cs typeface="Arial"/>
              </a:defRPr>
            </a:lvl3pPr>
            <a:lvl4pPr algn="l">
              <a:defRPr sz="1350" b="1">
                <a:solidFill>
                  <a:srgbClr val="C5DC9C"/>
                </a:solidFill>
                <a:latin typeface="Arial"/>
                <a:ea typeface="Arial"/>
                <a:cs typeface="Arial"/>
              </a:defRPr>
            </a:lvl4pPr>
            <a:lvl5pPr algn="l">
              <a:defRPr sz="1350" b="1">
                <a:solidFill>
                  <a:srgbClr val="C5DC9C"/>
                </a:solidFill>
                <a:latin typeface="Arial"/>
                <a:ea typeface="Arial"/>
                <a:cs typeface="Arial"/>
              </a:defRPr>
            </a:lvl5pPr>
            <a:lvl6pPr algn="l">
              <a:defRPr sz="1350" b="1">
                <a:solidFill>
                  <a:srgbClr val="C5DC9C"/>
                </a:solidFill>
                <a:latin typeface="Arial"/>
                <a:ea typeface="Arial"/>
                <a:cs typeface="Arial"/>
              </a:defRPr>
            </a:lvl6pPr>
            <a:lvl7pPr algn="l">
              <a:defRPr sz="1350" b="1">
                <a:solidFill>
                  <a:srgbClr val="C5DC9C"/>
                </a:solidFill>
                <a:latin typeface="Arial"/>
                <a:ea typeface="Arial"/>
                <a:cs typeface="Arial"/>
              </a:defRPr>
            </a:lvl7pPr>
            <a:lvl8pPr algn="l">
              <a:defRPr sz="1350" b="1">
                <a:solidFill>
                  <a:srgbClr val="C5DC9C"/>
                </a:solidFill>
                <a:latin typeface="Arial"/>
                <a:ea typeface="Arial"/>
                <a:cs typeface="Arial"/>
              </a:defRPr>
            </a:lvl8pPr>
            <a:lvl9pPr algn="l">
              <a:defRPr sz="1350" b="1">
                <a:solidFill>
                  <a:srgbClr val="C5DC9C"/>
                </a:solidFill>
                <a:latin typeface="Arial"/>
                <a:ea typeface="Arial"/>
                <a:cs typeface="Arial"/>
              </a:defRPr>
            </a:lvl9pPr>
          </a:lstStyle>
          <a:p xmlns:a="http://schemas.openxmlformats.org/drawingml/2006/main">
            <a:pPr algn="l">
              <a:defRPr sz="1350" b="1">
                <a:solidFill>
                  <a:srgbClr val="C5DC9C"/>
                </a:solidFill>
                <a:latin typeface="Arial"/>
                <a:ea typeface="Arial"/>
                <a:cs typeface="Arial"/>
              </a:defRPr>
            </a:pPr>
            <a:r>
              <a:rPr sz="1350" b="1">
                <a:solidFill>
                  <a:srgbClr val="C5DC9C"/>
                </a:solidFill>
                <a:latin typeface="Arial"/>
                <a:ea typeface="Arial"/>
                <a:cs typeface="Arial"/>
              </a:rPr>
              <a:t>04</a:t>
            </a:r>
          </a:p>
        </p:txBody>
      </p:sp>
      <p:sp>
        <p:nvSpPr>
          <p:cNvPr id="18" name="Session recap">
            <a:extLst xmlns:a="http://schemas.openxmlformats.org/drawingml/2006/main">
              <a:ext uri="{FF2B5EF4-FFF2-40B4-BE49-F238E27FC236}">
                <a16:creationId xmlns:a16="http://schemas.microsoft.com/office/drawing/2014/main" id="{B55DED09-BCBD-40B0-B435-C92B4BFAC0A5}"/>
              </a:ext>
            </a:extLst>
          </p:cNvPr>
          <p:cNvSpPr>
            <a:spLocks xmlns:a="http://schemas.openxmlformats.org/drawingml/2006/main" noGrp="1"/>
          </p:cNvSpPr>
          <p:nvPr/>
        </p:nvSpPr>
        <p:spPr>
          <a:xfrm xmlns:a="http://schemas.openxmlformats.org/drawingml/2006/main">
            <a:off x="9639300" y="5153025"/>
            <a:ext cx="2047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F5F4EE"/>
                </a:solidFill>
                <a:latin typeface="Arial"/>
                <a:ea typeface="Arial"/>
                <a:cs typeface="Arial"/>
              </a:defRPr>
            </a:defPPr>
            <a:lvl1pPr algn="l">
              <a:defRPr sz="1875" b="1">
                <a:solidFill>
                  <a:srgbClr val="F5F4EE"/>
                </a:solidFill>
                <a:latin typeface="Arial"/>
                <a:ea typeface="Arial"/>
                <a:cs typeface="Arial"/>
              </a:defRPr>
            </a:lvl1pPr>
            <a:lvl2pPr algn="l">
              <a:defRPr sz="1875" b="1">
                <a:solidFill>
                  <a:srgbClr val="F5F4EE"/>
                </a:solidFill>
                <a:latin typeface="Arial"/>
                <a:ea typeface="Arial"/>
                <a:cs typeface="Arial"/>
              </a:defRPr>
            </a:lvl2pPr>
            <a:lvl3pPr algn="l">
              <a:defRPr sz="1875" b="1">
                <a:solidFill>
                  <a:srgbClr val="F5F4EE"/>
                </a:solidFill>
                <a:latin typeface="Arial"/>
                <a:ea typeface="Arial"/>
                <a:cs typeface="Arial"/>
              </a:defRPr>
            </a:lvl3pPr>
            <a:lvl4pPr algn="l">
              <a:defRPr sz="1875" b="1">
                <a:solidFill>
                  <a:srgbClr val="F5F4EE"/>
                </a:solidFill>
                <a:latin typeface="Arial"/>
                <a:ea typeface="Arial"/>
                <a:cs typeface="Arial"/>
              </a:defRPr>
            </a:lvl4pPr>
            <a:lvl5pPr algn="l">
              <a:defRPr sz="1875" b="1">
                <a:solidFill>
                  <a:srgbClr val="F5F4EE"/>
                </a:solidFill>
                <a:latin typeface="Arial"/>
                <a:ea typeface="Arial"/>
                <a:cs typeface="Arial"/>
              </a:defRPr>
            </a:lvl5pPr>
            <a:lvl6pPr algn="l">
              <a:defRPr sz="1875" b="1">
                <a:solidFill>
                  <a:srgbClr val="F5F4EE"/>
                </a:solidFill>
                <a:latin typeface="Arial"/>
                <a:ea typeface="Arial"/>
                <a:cs typeface="Arial"/>
              </a:defRPr>
            </a:lvl6pPr>
            <a:lvl7pPr algn="l">
              <a:defRPr sz="1875" b="1">
                <a:solidFill>
                  <a:srgbClr val="F5F4EE"/>
                </a:solidFill>
                <a:latin typeface="Arial"/>
                <a:ea typeface="Arial"/>
                <a:cs typeface="Arial"/>
              </a:defRPr>
            </a:lvl7pPr>
            <a:lvl8pPr algn="l">
              <a:defRPr sz="1875" b="1">
                <a:solidFill>
                  <a:srgbClr val="F5F4EE"/>
                </a:solidFill>
                <a:latin typeface="Arial"/>
                <a:ea typeface="Arial"/>
                <a:cs typeface="Arial"/>
              </a:defRPr>
            </a:lvl8pPr>
            <a:lvl9pPr algn="l">
              <a:defRPr sz="1875" b="1">
                <a:solidFill>
                  <a:srgbClr val="F5F4EE"/>
                </a:solidFill>
                <a:latin typeface="Arial"/>
                <a:ea typeface="Arial"/>
                <a:cs typeface="Arial"/>
              </a:defRPr>
            </a:lvl9pPr>
          </a:lstStyle>
          <a:p xmlns:a="http://schemas.openxmlformats.org/drawingml/2006/main">
            <a:pPr algn="l">
              <a:defRPr sz="1875" b="1">
                <a:solidFill>
                  <a:srgbClr val="F5F4EE"/>
                </a:solidFill>
                <a:latin typeface="Arial"/>
                <a:ea typeface="Arial"/>
                <a:cs typeface="Arial"/>
              </a:defRPr>
            </a:pPr>
            <a:r>
              <a:rPr sz="1875" b="1">
                <a:solidFill>
                  <a:srgbClr val="F5F4EE"/>
                </a:solidFill>
                <a:latin typeface="Arial"/>
                <a:ea typeface="Arial"/>
                <a:cs typeface="Arial"/>
              </a:rPr>
              <a:t>Session recap</a:t>
            </a:r>
          </a:p>
        </p:txBody>
      </p:sp>
      <p:sp>
        <p:nvSpPr>
          <p:cNvPr id="19" name="Review feedback and download the transcript.">
            <a:extLst xmlns:a="http://schemas.openxmlformats.org/drawingml/2006/main">
              <a:ext uri="{FF2B5EF4-FFF2-40B4-BE49-F238E27FC236}">
                <a16:creationId xmlns:a16="http://schemas.microsoft.com/office/drawing/2014/main" id="{46D4CCF1-7219-4339-A9C7-5CD273696E6B}"/>
              </a:ext>
            </a:extLst>
          </p:cNvPr>
          <p:cNvSpPr>
            <a:spLocks xmlns:a="http://schemas.openxmlformats.org/drawingml/2006/main" noGrp="1"/>
          </p:cNvSpPr>
          <p:nvPr/>
        </p:nvSpPr>
        <p:spPr>
          <a:xfrm xmlns:a="http://schemas.openxmlformats.org/drawingml/2006/main">
            <a:off x="9639300" y="5543550"/>
            <a:ext cx="2019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B9CABC"/>
                </a:solidFill>
                <a:latin typeface="Arial"/>
                <a:ea typeface="Arial"/>
                <a:cs typeface="Arial"/>
              </a:defRPr>
            </a:defPPr>
            <a:lvl1pPr algn="l">
              <a:defRPr sz="1575" b="0">
                <a:solidFill>
                  <a:srgbClr val="B9CABC"/>
                </a:solidFill>
                <a:latin typeface="Arial"/>
                <a:ea typeface="Arial"/>
                <a:cs typeface="Arial"/>
              </a:defRPr>
            </a:lvl1pPr>
            <a:lvl2pPr algn="l">
              <a:defRPr sz="1575" b="0">
                <a:solidFill>
                  <a:srgbClr val="B9CABC"/>
                </a:solidFill>
                <a:latin typeface="Arial"/>
                <a:ea typeface="Arial"/>
                <a:cs typeface="Arial"/>
              </a:defRPr>
            </a:lvl2pPr>
            <a:lvl3pPr algn="l">
              <a:defRPr sz="1575" b="0">
                <a:solidFill>
                  <a:srgbClr val="B9CABC"/>
                </a:solidFill>
                <a:latin typeface="Arial"/>
                <a:ea typeface="Arial"/>
                <a:cs typeface="Arial"/>
              </a:defRPr>
            </a:lvl3pPr>
            <a:lvl4pPr algn="l">
              <a:defRPr sz="1575" b="0">
                <a:solidFill>
                  <a:srgbClr val="B9CABC"/>
                </a:solidFill>
                <a:latin typeface="Arial"/>
                <a:ea typeface="Arial"/>
                <a:cs typeface="Arial"/>
              </a:defRPr>
            </a:lvl4pPr>
            <a:lvl5pPr algn="l">
              <a:defRPr sz="1575" b="0">
                <a:solidFill>
                  <a:srgbClr val="B9CABC"/>
                </a:solidFill>
                <a:latin typeface="Arial"/>
                <a:ea typeface="Arial"/>
                <a:cs typeface="Arial"/>
              </a:defRPr>
            </a:lvl5pPr>
            <a:lvl6pPr algn="l">
              <a:defRPr sz="1575" b="0">
                <a:solidFill>
                  <a:srgbClr val="B9CABC"/>
                </a:solidFill>
                <a:latin typeface="Arial"/>
                <a:ea typeface="Arial"/>
                <a:cs typeface="Arial"/>
              </a:defRPr>
            </a:lvl6pPr>
            <a:lvl7pPr algn="l">
              <a:defRPr sz="1575" b="0">
                <a:solidFill>
                  <a:srgbClr val="B9CABC"/>
                </a:solidFill>
                <a:latin typeface="Arial"/>
                <a:ea typeface="Arial"/>
                <a:cs typeface="Arial"/>
              </a:defRPr>
            </a:lvl7pPr>
            <a:lvl8pPr algn="l">
              <a:defRPr sz="1575" b="0">
                <a:solidFill>
                  <a:srgbClr val="B9CABC"/>
                </a:solidFill>
                <a:latin typeface="Arial"/>
                <a:ea typeface="Arial"/>
                <a:cs typeface="Arial"/>
              </a:defRPr>
            </a:lvl8pPr>
            <a:lvl9pPr algn="l">
              <a:defRPr sz="1575" b="0">
                <a:solidFill>
                  <a:srgbClr val="B9CABC"/>
                </a:solidFill>
                <a:latin typeface="Arial"/>
                <a:ea typeface="Arial"/>
                <a:cs typeface="Arial"/>
              </a:defRPr>
            </a:lvl9pPr>
          </a:lstStyle>
          <a:p xmlns:a="http://schemas.openxmlformats.org/drawingml/2006/main">
            <a:pPr algn="l">
              <a:defRPr sz="1575" b="0">
                <a:solidFill>
                  <a:srgbClr val="B9CABC"/>
                </a:solidFill>
                <a:latin typeface="Arial"/>
                <a:ea typeface="Arial"/>
                <a:cs typeface="Arial"/>
              </a:defRPr>
            </a:pPr>
            <a:r>
              <a:rPr sz="1575" b="0">
                <a:solidFill>
                  <a:srgbClr val="B9CABC"/>
                </a:solidFill>
                <a:latin typeface="Arial"/>
                <a:ea typeface="Arial"/>
                <a:cs typeface="Arial"/>
              </a:rPr>
              <a:t>Review feedback and download the transcript.</a:t>
            </a:r>
          </a:p>
        </p:txBody>
      </p:sp>
    </p:spTree>
    <p:extLst>
      <p:ext uri="{BB962C8B-B14F-4D97-AF65-F5344CB8AC3E}">
        <p14:creationId xmlns:p14="http://schemas.microsoft.com/office/powerpoint/2010/main" val="1382564328"/>
      </p:ext>
    </p:extLst>
  </p:cSld>
</p:sld>
</file>

<file path=ppt/slides/slide4.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cxnSp>
        <p:nvCxnSpPr>
          <p:cNvPr id="30" name="">
            <a:extLst xmlns:a="http://schemas.openxmlformats.org/drawingml/2006/main">
              <a:ext uri="{FF2B5EF4-FFF2-40B4-BE49-F238E27FC236}">
                <a16:creationId xmlns:a16="http://schemas.microsoft.com/office/drawing/2014/main" id="{DB496D2D-EC42-43B0-9ED9-8D93BB19B5F3}"/>
              </a:ext>
            </a:extLst>
          </p:cNvPr>
          <p:cNvCxnSpPr>
            <a:stCxn xmlns:a="http://schemas.openxmlformats.org/drawingml/2006/main" id="19" idx="3"/>
            <a:endCxn xmlns:a="http://schemas.openxmlformats.org/drawingml/2006/main" id="22" idx="1"/>
          </p:cNvCxnSpPr>
          <p:nvPr/>
        </p:nvCxnSpPr>
        <p:spPr>
          <a:xfrm xmlns:a="http://schemas.openxmlformats.org/drawingml/2006/main" flipV="1">
            <a:off x="9115425" y="3748088"/>
            <a:ext cx="600075" cy="776288"/>
          </a:xfrm>
          <a:prstGeom xmlns:a="http://schemas.openxmlformats.org/drawingml/2006/main" prst="straightConnector1">
            <a:avLst/>
          </a:prstGeom>
          <a:ln xmlns:a="http://schemas.openxmlformats.org/drawingml/2006/main" w="19050">
            <a:solidFill>
              <a:srgbClr val="5B7068"/>
            </a:solidFill>
            <a:prstDash val="solid"/>
            <a:tailEnd type="triangle" w="med" len="med"/>
          </a:ln>
        </p:spPr>
      </p:cxnSp>
      <p:cxnSp>
        <p:nvCxnSpPr>
          <p:cNvPr id="29" name="">
            <a:extLst xmlns:a="http://schemas.openxmlformats.org/drawingml/2006/main">
              <a:ext uri="{FF2B5EF4-FFF2-40B4-BE49-F238E27FC236}">
                <a16:creationId xmlns:a16="http://schemas.microsoft.com/office/drawing/2014/main" id="{62D499C7-B5CF-41B8-B931-3B00B136D722}"/>
              </a:ext>
            </a:extLst>
          </p:cNvPr>
          <p:cNvCxnSpPr>
            <a:stCxn xmlns:a="http://schemas.openxmlformats.org/drawingml/2006/main" id="16" idx="3"/>
            <a:endCxn xmlns:a="http://schemas.openxmlformats.org/drawingml/2006/main" id="22" idx="1"/>
          </p:cNvCxnSpPr>
          <p:nvPr/>
        </p:nvCxnSpPr>
        <p:spPr>
          <a:xfrm xmlns:a="http://schemas.openxmlformats.org/drawingml/2006/main">
            <a:off x="9115425" y="2743200"/>
            <a:ext cx="600075" cy="1004888"/>
          </a:xfrm>
          <a:prstGeom xmlns:a="http://schemas.openxmlformats.org/drawingml/2006/main" prst="straightConnector1">
            <a:avLst/>
          </a:prstGeom>
          <a:ln xmlns:a="http://schemas.openxmlformats.org/drawingml/2006/main" w="19050">
            <a:solidFill>
              <a:srgbClr val="5B7068"/>
            </a:solidFill>
            <a:prstDash val="solid"/>
            <a:tailEnd type="triangle" w="med" len="med"/>
          </a:ln>
        </p:spPr>
      </p:cxnSp>
      <p:cxnSp>
        <p:nvCxnSpPr>
          <p:cNvPr id="28" name="">
            <a:extLst xmlns:a="http://schemas.openxmlformats.org/drawingml/2006/main">
              <a:ext uri="{FF2B5EF4-FFF2-40B4-BE49-F238E27FC236}">
                <a16:creationId xmlns:a16="http://schemas.microsoft.com/office/drawing/2014/main" id="{E7019DC9-AC68-4136-8400-2172E4CCB5D7}"/>
              </a:ext>
            </a:extLst>
          </p:cNvPr>
          <p:cNvCxnSpPr>
            <a:stCxn xmlns:a="http://schemas.openxmlformats.org/drawingml/2006/main" id="13" idx="3"/>
            <a:endCxn xmlns:a="http://schemas.openxmlformats.org/drawingml/2006/main" id="19" idx="1"/>
          </p:cNvCxnSpPr>
          <p:nvPr/>
        </p:nvCxnSpPr>
        <p:spPr>
          <a:xfrm xmlns:a="http://schemas.openxmlformats.org/drawingml/2006/main">
            <a:off x="5819775" y="3571875"/>
            <a:ext cx="628650" cy="952500"/>
          </a:xfrm>
          <a:prstGeom xmlns:a="http://schemas.openxmlformats.org/drawingml/2006/main" prst="straightConnector1">
            <a:avLst/>
          </a:prstGeom>
          <a:ln xmlns:a="http://schemas.openxmlformats.org/drawingml/2006/main" w="19050">
            <a:solidFill>
              <a:srgbClr val="5B7068"/>
            </a:solidFill>
            <a:prstDash val="solid"/>
            <a:tailEnd type="triangle" w="med" len="med"/>
          </a:ln>
        </p:spPr>
      </p:cxnSp>
      <p:cxnSp>
        <p:nvCxnSpPr>
          <p:cNvPr id="27" name="">
            <a:extLst xmlns:a="http://schemas.openxmlformats.org/drawingml/2006/main">
              <a:ext uri="{FF2B5EF4-FFF2-40B4-BE49-F238E27FC236}">
                <a16:creationId xmlns:a16="http://schemas.microsoft.com/office/drawing/2014/main" id="{CAEBCF1C-730C-47DA-8FB5-1C5CF5443E4D}"/>
              </a:ext>
            </a:extLst>
          </p:cNvPr>
          <p:cNvCxnSpPr>
            <a:stCxn xmlns:a="http://schemas.openxmlformats.org/drawingml/2006/main" id="13" idx="3"/>
            <a:endCxn xmlns:a="http://schemas.openxmlformats.org/drawingml/2006/main" id="16" idx="1"/>
          </p:cNvCxnSpPr>
          <p:nvPr/>
        </p:nvCxnSpPr>
        <p:spPr>
          <a:xfrm xmlns:a="http://schemas.openxmlformats.org/drawingml/2006/main" flipV="1">
            <a:off x="5819775" y="2743200"/>
            <a:ext cx="628650" cy="828675"/>
          </a:xfrm>
          <a:prstGeom xmlns:a="http://schemas.openxmlformats.org/drawingml/2006/main" prst="straightConnector1">
            <a:avLst/>
          </a:prstGeom>
          <a:ln xmlns:a="http://schemas.openxmlformats.org/drawingml/2006/main" w="19050">
            <a:solidFill>
              <a:srgbClr val="5B7068"/>
            </a:solidFill>
            <a:prstDash val="solid"/>
            <a:tailEnd type="triangle" w="med" len="med"/>
          </a:ln>
        </p:spPr>
      </p:cxnSp>
      <p:cxnSp>
        <p:nvCxnSpPr>
          <p:cNvPr id="26" name="">
            <a:extLst xmlns:a="http://schemas.openxmlformats.org/drawingml/2006/main">
              <a:ext uri="{FF2B5EF4-FFF2-40B4-BE49-F238E27FC236}">
                <a16:creationId xmlns:a16="http://schemas.microsoft.com/office/drawing/2014/main" id="{629AED14-04F2-4595-9283-56A3909BFAA8}"/>
              </a:ext>
            </a:extLst>
          </p:cNvPr>
          <p:cNvCxnSpPr>
            <a:stCxn xmlns:a="http://schemas.openxmlformats.org/drawingml/2006/main" id="10" idx="3"/>
            <a:endCxn xmlns:a="http://schemas.openxmlformats.org/drawingml/2006/main" id="13" idx="1"/>
          </p:cNvCxnSpPr>
          <p:nvPr/>
        </p:nvCxnSpPr>
        <p:spPr>
          <a:xfrm xmlns:a="http://schemas.openxmlformats.org/drawingml/2006/main" flipV="1">
            <a:off x="3067050" y="3571875"/>
            <a:ext cx="600075" cy="885825"/>
          </a:xfrm>
          <a:prstGeom xmlns:a="http://schemas.openxmlformats.org/drawingml/2006/main" prst="straightConnector1">
            <a:avLst/>
          </a:prstGeom>
          <a:ln xmlns:a="http://schemas.openxmlformats.org/drawingml/2006/main" w="19050">
            <a:solidFill>
              <a:srgbClr val="5B7068"/>
            </a:solidFill>
            <a:prstDash val="solid"/>
            <a:tailEnd type="triangle" w="med" len="med"/>
          </a:ln>
        </p:spPr>
      </p:cxnSp>
      <p:cxnSp>
        <p:nvCxnSpPr>
          <p:cNvPr id="25" name="">
            <a:extLst xmlns:a="http://schemas.openxmlformats.org/drawingml/2006/main">
              <a:ext uri="{FF2B5EF4-FFF2-40B4-BE49-F238E27FC236}">
                <a16:creationId xmlns:a16="http://schemas.microsoft.com/office/drawing/2014/main" id="{224B6F22-01B8-49F9-9AC3-FBDADF70F06F}"/>
              </a:ext>
            </a:extLst>
          </p:cNvPr>
          <p:cNvCxnSpPr>
            <a:stCxn xmlns:a="http://schemas.openxmlformats.org/drawingml/2006/main" id="7" idx="3"/>
            <a:endCxn xmlns:a="http://schemas.openxmlformats.org/drawingml/2006/main" id="13" idx="1"/>
          </p:cNvCxnSpPr>
          <p:nvPr/>
        </p:nvCxnSpPr>
        <p:spPr>
          <a:xfrm xmlns:a="http://schemas.openxmlformats.org/drawingml/2006/main">
            <a:off x="3067050" y="2652713"/>
            <a:ext cx="600075" cy="919163"/>
          </a:xfrm>
          <a:prstGeom xmlns:a="http://schemas.openxmlformats.org/drawingml/2006/main" prst="straightConnector1">
            <a:avLst/>
          </a:prstGeom>
          <a:ln xmlns:a="http://schemas.openxmlformats.org/drawingml/2006/main" w="19050">
            <a:solidFill>
              <a:srgbClr val="5B7068"/>
            </a:solidFill>
            <a:prstDash val="solid"/>
            <a:tailEnd type="triangle" w="med" len="med"/>
          </a:ln>
        </p:spPr>
      </p:cxnSp>
      <p:sp>
        <p:nvSpPr>
          <p:cNvPr id="34" name="SYSTEM WORKFLOW">
            <a:extLst xmlns:a="http://schemas.openxmlformats.org/drawingml/2006/main">
              <a:ext uri="{FF2B5EF4-FFF2-40B4-BE49-F238E27FC236}">
                <a16:creationId xmlns:a16="http://schemas.microsoft.com/office/drawing/2014/main" id="{6748A02F-2DE2-45B9-92C1-FE7A2014724B}"/>
              </a:ext>
            </a:extLst>
          </p:cNvPr>
          <p:cNvSpPr>
            <a:spLocks xmlns:a="http://schemas.openxmlformats.org/drawingml/2006/main" noGrp="1"/>
          </p:cNvSpPr>
          <p:nvPr/>
        </p:nvSpPr>
        <p:spPr>
          <a:xfrm xmlns:a="http://schemas.openxmlformats.org/drawingml/2006/main">
            <a:off x="533400" y="34290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5B7068"/>
                </a:solidFill>
                <a:latin typeface="Arial"/>
                <a:ea typeface="Arial"/>
                <a:cs typeface="Arial"/>
              </a:defRPr>
            </a:defPPr>
            <a:lvl1pPr algn="l">
              <a:defRPr sz="1200" b="1">
                <a:solidFill>
                  <a:srgbClr val="5B7068"/>
                </a:solidFill>
                <a:latin typeface="Arial"/>
                <a:ea typeface="Arial"/>
                <a:cs typeface="Arial"/>
              </a:defRPr>
            </a:lvl1pPr>
            <a:lvl2pPr algn="l">
              <a:defRPr sz="1200" b="1">
                <a:solidFill>
                  <a:srgbClr val="5B7068"/>
                </a:solidFill>
                <a:latin typeface="Arial"/>
                <a:ea typeface="Arial"/>
                <a:cs typeface="Arial"/>
              </a:defRPr>
            </a:lvl2pPr>
            <a:lvl3pPr algn="l">
              <a:defRPr sz="1200" b="1">
                <a:solidFill>
                  <a:srgbClr val="5B7068"/>
                </a:solidFill>
                <a:latin typeface="Arial"/>
                <a:ea typeface="Arial"/>
                <a:cs typeface="Arial"/>
              </a:defRPr>
            </a:lvl3pPr>
            <a:lvl4pPr algn="l">
              <a:defRPr sz="1200" b="1">
                <a:solidFill>
                  <a:srgbClr val="5B7068"/>
                </a:solidFill>
                <a:latin typeface="Arial"/>
                <a:ea typeface="Arial"/>
                <a:cs typeface="Arial"/>
              </a:defRPr>
            </a:lvl4pPr>
            <a:lvl5pPr algn="l">
              <a:defRPr sz="1200" b="1">
                <a:solidFill>
                  <a:srgbClr val="5B7068"/>
                </a:solidFill>
                <a:latin typeface="Arial"/>
                <a:ea typeface="Arial"/>
                <a:cs typeface="Arial"/>
              </a:defRPr>
            </a:lvl5pPr>
            <a:lvl6pPr algn="l">
              <a:defRPr sz="1200" b="1">
                <a:solidFill>
                  <a:srgbClr val="5B7068"/>
                </a:solidFill>
                <a:latin typeface="Arial"/>
                <a:ea typeface="Arial"/>
                <a:cs typeface="Arial"/>
              </a:defRPr>
            </a:lvl6pPr>
            <a:lvl7pPr algn="l">
              <a:defRPr sz="1200" b="1">
                <a:solidFill>
                  <a:srgbClr val="5B7068"/>
                </a:solidFill>
                <a:latin typeface="Arial"/>
                <a:ea typeface="Arial"/>
                <a:cs typeface="Arial"/>
              </a:defRPr>
            </a:lvl7pPr>
            <a:lvl8pPr algn="l">
              <a:defRPr sz="1200" b="1">
                <a:solidFill>
                  <a:srgbClr val="5B7068"/>
                </a:solidFill>
                <a:latin typeface="Arial"/>
                <a:ea typeface="Arial"/>
                <a:cs typeface="Arial"/>
              </a:defRPr>
            </a:lvl8pPr>
            <a:lvl9pPr algn="l">
              <a:defRPr sz="1200" b="1">
                <a:solidFill>
                  <a:srgbClr val="5B7068"/>
                </a:solidFill>
                <a:latin typeface="Arial"/>
                <a:ea typeface="Arial"/>
                <a:cs typeface="Arial"/>
              </a:defRPr>
            </a:lvl9pPr>
          </a:lstStyle>
          <a:p xmlns:a="http://schemas.openxmlformats.org/drawingml/2006/main">
            <a:pPr algn="l">
              <a:defRPr sz="1200" b="1">
                <a:solidFill>
                  <a:srgbClr val="5B7068"/>
                </a:solidFill>
                <a:latin typeface="Arial"/>
                <a:ea typeface="Arial"/>
                <a:cs typeface="Arial"/>
              </a:defRPr>
            </a:pPr>
            <a:r>
              <a:rPr sz="1200" b="1">
                <a:solidFill>
                  <a:srgbClr val="5B7068"/>
                </a:solidFill>
                <a:latin typeface="Arial"/>
                <a:ea typeface="Arial"/>
                <a:cs typeface="Arial"/>
              </a:rPr>
              <a:t>SYSTEM WORKFLOW</a:t>
            </a:r>
          </a:p>
        </p:txBody>
      </p:sp>
      <p:sp>
        <p:nvSpPr>
          <p:cNvPr id="2" name="From a spoken idea to a practice response">
            <a:extLst xmlns:a="http://schemas.openxmlformats.org/drawingml/2006/main">
              <a:ext uri="{FF2B5EF4-FFF2-40B4-BE49-F238E27FC236}">
                <a16:creationId xmlns:a16="http://schemas.microsoft.com/office/drawing/2014/main" id="{EDD4F2DC-6B17-4AEE-BBE3-005A018C4B31}"/>
              </a:ext>
            </a:extLst>
          </p:cNvPr>
          <p:cNvSpPr>
            <a:spLocks xmlns:a="http://schemas.openxmlformats.org/drawingml/2006/main" noGrp="1"/>
          </p:cNvSpPr>
          <p:nvPr/>
        </p:nvSpPr>
        <p:spPr>
          <a:xfrm xmlns:a="http://schemas.openxmlformats.org/drawingml/2006/main">
            <a:off x="533400" y="762000"/>
            <a:ext cx="11125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B34"/>
                </a:solidFill>
                <a:latin typeface="Arial"/>
                <a:ea typeface="Arial"/>
                <a:cs typeface="Arial"/>
              </a:defRPr>
            </a:defPPr>
            <a:lvl1pPr algn="l">
              <a:defRPr sz="3300" b="1">
                <a:solidFill>
                  <a:srgbClr val="193B34"/>
                </a:solidFill>
                <a:latin typeface="Arial"/>
                <a:ea typeface="Arial"/>
                <a:cs typeface="Arial"/>
              </a:defRPr>
            </a:lvl1pPr>
            <a:lvl2pPr algn="l">
              <a:defRPr sz="3300" b="1">
                <a:solidFill>
                  <a:srgbClr val="193B34"/>
                </a:solidFill>
                <a:latin typeface="Arial"/>
                <a:ea typeface="Arial"/>
                <a:cs typeface="Arial"/>
              </a:defRPr>
            </a:lvl2pPr>
            <a:lvl3pPr algn="l">
              <a:defRPr sz="3300" b="1">
                <a:solidFill>
                  <a:srgbClr val="193B34"/>
                </a:solidFill>
                <a:latin typeface="Arial"/>
                <a:ea typeface="Arial"/>
                <a:cs typeface="Arial"/>
              </a:defRPr>
            </a:lvl3pPr>
            <a:lvl4pPr algn="l">
              <a:defRPr sz="3300" b="1">
                <a:solidFill>
                  <a:srgbClr val="193B34"/>
                </a:solidFill>
                <a:latin typeface="Arial"/>
                <a:ea typeface="Arial"/>
                <a:cs typeface="Arial"/>
              </a:defRPr>
            </a:lvl4pPr>
            <a:lvl5pPr algn="l">
              <a:defRPr sz="3300" b="1">
                <a:solidFill>
                  <a:srgbClr val="193B34"/>
                </a:solidFill>
                <a:latin typeface="Arial"/>
                <a:ea typeface="Arial"/>
                <a:cs typeface="Arial"/>
              </a:defRPr>
            </a:lvl5pPr>
            <a:lvl6pPr algn="l">
              <a:defRPr sz="3300" b="1">
                <a:solidFill>
                  <a:srgbClr val="193B34"/>
                </a:solidFill>
                <a:latin typeface="Arial"/>
                <a:ea typeface="Arial"/>
                <a:cs typeface="Arial"/>
              </a:defRPr>
            </a:lvl6pPr>
            <a:lvl7pPr algn="l">
              <a:defRPr sz="3300" b="1">
                <a:solidFill>
                  <a:srgbClr val="193B34"/>
                </a:solidFill>
                <a:latin typeface="Arial"/>
                <a:ea typeface="Arial"/>
                <a:cs typeface="Arial"/>
              </a:defRPr>
            </a:lvl7pPr>
            <a:lvl8pPr algn="l">
              <a:defRPr sz="3300" b="1">
                <a:solidFill>
                  <a:srgbClr val="193B34"/>
                </a:solidFill>
                <a:latin typeface="Arial"/>
                <a:ea typeface="Arial"/>
                <a:cs typeface="Arial"/>
              </a:defRPr>
            </a:lvl8pPr>
            <a:lvl9pPr algn="l">
              <a:defRPr sz="3300" b="1">
                <a:solidFill>
                  <a:srgbClr val="193B34"/>
                </a:solidFill>
                <a:latin typeface="Arial"/>
                <a:ea typeface="Arial"/>
                <a:cs typeface="Arial"/>
              </a:defRPr>
            </a:lvl9pPr>
          </a:lstStyle>
          <a:p xmlns:a="http://schemas.openxmlformats.org/drawingml/2006/main">
            <a:pPr algn="l">
              <a:defRPr sz="3300" b="1">
                <a:solidFill>
                  <a:srgbClr val="193B34"/>
                </a:solidFill>
                <a:latin typeface="Arial"/>
                <a:ea typeface="Arial"/>
                <a:cs typeface="Arial"/>
              </a:defRPr>
            </a:pPr>
            <a:r>
              <a:rPr sz="3300" b="1">
                <a:solidFill>
                  <a:srgbClr val="193B34"/>
                </a:solidFill>
                <a:latin typeface="Arial"/>
                <a:ea typeface="Arial"/>
                <a:cs typeface="Arial"/>
              </a:rPr>
              <a:t>From a spoken idea to a practice response</a:t>
            </a:r>
          </a:p>
        </p:txBody>
      </p:sp>
      <p:sp>
        <p:nvSpPr>
          <p:cNvPr id="3" name="First choose a topic. Its proposition provides context for t">
            <a:extLst xmlns:a="http://schemas.openxmlformats.org/drawingml/2006/main">
              <a:ext uri="{FF2B5EF4-FFF2-40B4-BE49-F238E27FC236}">
                <a16:creationId xmlns:a16="http://schemas.microsoft.com/office/drawing/2014/main" id="{AAF5FCBB-FB47-437E-97AF-B8DC480CA59D}"/>
              </a:ext>
            </a:extLst>
          </p:cNvPr>
          <p:cNvSpPr>
            <a:spLocks xmlns:a="http://schemas.openxmlformats.org/drawingml/2006/main" noGrp="1"/>
          </p:cNvSpPr>
          <p:nvPr/>
        </p:nvSpPr>
        <p:spPr>
          <a:xfrm xmlns:a="http://schemas.openxmlformats.org/drawingml/2006/main">
            <a:off x="533400" y="1381125"/>
            <a:ext cx="11125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B7068"/>
                </a:solidFill>
                <a:latin typeface="Arial"/>
                <a:ea typeface="Arial"/>
                <a:cs typeface="Arial"/>
              </a:defRPr>
            </a:defPPr>
            <a:lvl1pPr algn="l">
              <a:defRPr sz="1725" b="0">
                <a:solidFill>
                  <a:srgbClr val="5B7068"/>
                </a:solidFill>
                <a:latin typeface="Arial"/>
                <a:ea typeface="Arial"/>
                <a:cs typeface="Arial"/>
              </a:defRPr>
            </a:lvl1pPr>
            <a:lvl2pPr algn="l">
              <a:defRPr sz="1725" b="0">
                <a:solidFill>
                  <a:srgbClr val="5B7068"/>
                </a:solidFill>
                <a:latin typeface="Arial"/>
                <a:ea typeface="Arial"/>
                <a:cs typeface="Arial"/>
              </a:defRPr>
            </a:lvl2pPr>
            <a:lvl3pPr algn="l">
              <a:defRPr sz="1725" b="0">
                <a:solidFill>
                  <a:srgbClr val="5B7068"/>
                </a:solidFill>
                <a:latin typeface="Arial"/>
                <a:ea typeface="Arial"/>
                <a:cs typeface="Arial"/>
              </a:defRPr>
            </a:lvl3pPr>
            <a:lvl4pPr algn="l">
              <a:defRPr sz="1725" b="0">
                <a:solidFill>
                  <a:srgbClr val="5B7068"/>
                </a:solidFill>
                <a:latin typeface="Arial"/>
                <a:ea typeface="Arial"/>
                <a:cs typeface="Arial"/>
              </a:defRPr>
            </a:lvl4pPr>
            <a:lvl5pPr algn="l">
              <a:defRPr sz="1725" b="0">
                <a:solidFill>
                  <a:srgbClr val="5B7068"/>
                </a:solidFill>
                <a:latin typeface="Arial"/>
                <a:ea typeface="Arial"/>
                <a:cs typeface="Arial"/>
              </a:defRPr>
            </a:lvl5pPr>
            <a:lvl6pPr algn="l">
              <a:defRPr sz="1725" b="0">
                <a:solidFill>
                  <a:srgbClr val="5B7068"/>
                </a:solidFill>
                <a:latin typeface="Arial"/>
                <a:ea typeface="Arial"/>
                <a:cs typeface="Arial"/>
              </a:defRPr>
            </a:lvl6pPr>
            <a:lvl7pPr algn="l">
              <a:defRPr sz="1725" b="0">
                <a:solidFill>
                  <a:srgbClr val="5B7068"/>
                </a:solidFill>
                <a:latin typeface="Arial"/>
                <a:ea typeface="Arial"/>
                <a:cs typeface="Arial"/>
              </a:defRPr>
            </a:lvl7pPr>
            <a:lvl8pPr algn="l">
              <a:defRPr sz="1725" b="0">
                <a:solidFill>
                  <a:srgbClr val="5B7068"/>
                </a:solidFill>
                <a:latin typeface="Arial"/>
                <a:ea typeface="Arial"/>
                <a:cs typeface="Arial"/>
              </a:defRPr>
            </a:lvl8pPr>
            <a:lvl9pPr algn="l">
              <a:defRPr sz="1725" b="0">
                <a:solidFill>
                  <a:srgbClr val="5B7068"/>
                </a:solidFill>
                <a:latin typeface="Arial"/>
                <a:ea typeface="Arial"/>
                <a:cs typeface="Arial"/>
              </a:defRPr>
            </a:lvl9pPr>
          </a:lstStyle>
          <a:p xmlns:a="http://schemas.openxmlformats.org/drawingml/2006/main">
            <a:pPr algn="l">
              <a:defRPr sz="1725" b="0">
                <a:solidFill>
                  <a:srgbClr val="5B7068"/>
                </a:solidFill>
                <a:latin typeface="Arial"/>
                <a:ea typeface="Arial"/>
                <a:cs typeface="Arial"/>
              </a:defRPr>
            </a:pPr>
            <a:r>
              <a:rPr sz="1725" b="0">
                <a:solidFill>
                  <a:srgbClr val="5B7068"/>
                </a:solidFill>
                <a:latin typeface="Arial"/>
                <a:ea typeface="Arial"/>
                <a:cs typeface="Arial"/>
              </a:rPr>
              <a:t>First choose a topic. Its proposition provides context for the model and the reply.</a:t>
            </a:r>
          </a:p>
        </p:txBody>
      </p:sp>
      <p:sp>
        <p:nvSpPr>
          <p:cNvPr id="4" name="">
            <a:extLst xmlns:a="http://schemas.openxmlformats.org/drawingml/2006/main">
              <a:ext uri="{FF2B5EF4-FFF2-40B4-BE49-F238E27FC236}">
                <a16:creationId xmlns:a16="http://schemas.microsoft.com/office/drawing/2014/main" id="{005DAF18-2631-4480-B151-60E3A56ABC71}"/>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D4DED4"/>
          </a:solidFill>
          <a:ln xmlns:a="http://schemas.openxmlformats.org/drawingml/2006/main" w="0">
            <a:noFill/>
            <a:prstDash val="solid"/>
          </a:ln>
        </p:spPr>
      </p:sp>
      <p:sp>
        <p:nvSpPr>
          <p:cNvPr id="5" name="GD ARENA  /  ML TRAINING PROJECT">
            <a:extLst xmlns:a="http://schemas.openxmlformats.org/drawingml/2006/main">
              <a:ext uri="{FF2B5EF4-FFF2-40B4-BE49-F238E27FC236}">
                <a16:creationId xmlns:a16="http://schemas.microsoft.com/office/drawing/2014/main" id="{D347819C-E950-4BD0-AA62-3000EE7961C5}"/>
              </a:ext>
            </a:extLst>
          </p:cNvPr>
          <p:cNvSpPr>
            <a:spLocks xmlns:a="http://schemas.openxmlformats.org/drawingml/2006/main" noGrp="1"/>
          </p:cNvSpPr>
          <p:nvPr/>
        </p:nvSpPr>
        <p:spPr>
          <a:xfrm xmlns:a="http://schemas.openxmlformats.org/drawingml/2006/main">
            <a:off x="533400" y="6553200"/>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1">
                <a:solidFill>
                  <a:srgbClr val="5B7068"/>
                </a:solidFill>
                <a:latin typeface="Arial"/>
                <a:ea typeface="Arial"/>
                <a:cs typeface="Arial"/>
              </a:defRPr>
            </a:defPPr>
            <a:lvl1pPr algn="l">
              <a:defRPr sz="975" b="1">
                <a:solidFill>
                  <a:srgbClr val="5B7068"/>
                </a:solidFill>
                <a:latin typeface="Arial"/>
                <a:ea typeface="Arial"/>
                <a:cs typeface="Arial"/>
              </a:defRPr>
            </a:lvl1pPr>
            <a:lvl2pPr algn="l">
              <a:defRPr sz="975" b="1">
                <a:solidFill>
                  <a:srgbClr val="5B7068"/>
                </a:solidFill>
                <a:latin typeface="Arial"/>
                <a:ea typeface="Arial"/>
                <a:cs typeface="Arial"/>
              </a:defRPr>
            </a:lvl2pPr>
            <a:lvl3pPr algn="l">
              <a:defRPr sz="975" b="1">
                <a:solidFill>
                  <a:srgbClr val="5B7068"/>
                </a:solidFill>
                <a:latin typeface="Arial"/>
                <a:ea typeface="Arial"/>
                <a:cs typeface="Arial"/>
              </a:defRPr>
            </a:lvl3pPr>
            <a:lvl4pPr algn="l">
              <a:defRPr sz="975" b="1">
                <a:solidFill>
                  <a:srgbClr val="5B7068"/>
                </a:solidFill>
                <a:latin typeface="Arial"/>
                <a:ea typeface="Arial"/>
                <a:cs typeface="Arial"/>
              </a:defRPr>
            </a:lvl4pPr>
            <a:lvl5pPr algn="l">
              <a:defRPr sz="975" b="1">
                <a:solidFill>
                  <a:srgbClr val="5B7068"/>
                </a:solidFill>
                <a:latin typeface="Arial"/>
                <a:ea typeface="Arial"/>
                <a:cs typeface="Arial"/>
              </a:defRPr>
            </a:lvl5pPr>
            <a:lvl6pPr algn="l">
              <a:defRPr sz="975" b="1">
                <a:solidFill>
                  <a:srgbClr val="5B7068"/>
                </a:solidFill>
                <a:latin typeface="Arial"/>
                <a:ea typeface="Arial"/>
                <a:cs typeface="Arial"/>
              </a:defRPr>
            </a:lvl6pPr>
            <a:lvl7pPr algn="l">
              <a:defRPr sz="975" b="1">
                <a:solidFill>
                  <a:srgbClr val="5B7068"/>
                </a:solidFill>
                <a:latin typeface="Arial"/>
                <a:ea typeface="Arial"/>
                <a:cs typeface="Arial"/>
              </a:defRPr>
            </a:lvl7pPr>
            <a:lvl8pPr algn="l">
              <a:defRPr sz="975" b="1">
                <a:solidFill>
                  <a:srgbClr val="5B7068"/>
                </a:solidFill>
                <a:latin typeface="Arial"/>
                <a:ea typeface="Arial"/>
                <a:cs typeface="Arial"/>
              </a:defRPr>
            </a:lvl8pPr>
            <a:lvl9pPr algn="l">
              <a:defRPr sz="975" b="1">
                <a:solidFill>
                  <a:srgbClr val="5B7068"/>
                </a:solidFill>
                <a:latin typeface="Arial"/>
                <a:ea typeface="Arial"/>
                <a:cs typeface="Arial"/>
              </a:defRPr>
            </a:lvl9pPr>
          </a:lstStyle>
          <a:p xmlns:a="http://schemas.openxmlformats.org/drawingml/2006/main">
            <a:pPr algn="l">
              <a:defRPr sz="975" b="1">
                <a:solidFill>
                  <a:srgbClr val="5B7068"/>
                </a:solidFill>
                <a:latin typeface="Arial"/>
                <a:ea typeface="Arial"/>
                <a:cs typeface="Arial"/>
              </a:defRPr>
            </a:pPr>
            <a:r>
              <a:rPr sz="975" b="1">
                <a:solidFill>
                  <a:srgbClr val="5B7068"/>
                </a:solidFill>
                <a:latin typeface="Arial"/>
                <a:ea typeface="Arial"/>
                <a:cs typeface="Arial"/>
              </a:rPr>
              <a:t>GD ARENA  /  ML TRAINING PROJECT</a:t>
            </a:r>
          </a:p>
        </p:txBody>
      </p:sp>
      <p:sp>
        <p:nvSpPr>
          <p:cNvPr id="6" name="04 / 07">
            <a:extLst xmlns:a="http://schemas.openxmlformats.org/drawingml/2006/main">
              <a:ext uri="{FF2B5EF4-FFF2-40B4-BE49-F238E27FC236}">
                <a16:creationId xmlns:a16="http://schemas.microsoft.com/office/drawing/2014/main" id="{5C075F9E-5543-44F8-864C-EA7393F1F978}"/>
              </a:ext>
            </a:extLst>
          </p:cNvPr>
          <p:cNvSpPr>
            <a:spLocks xmlns:a="http://schemas.openxmlformats.org/drawingml/2006/main" noGrp="1"/>
          </p:cNvSpPr>
          <p:nvPr/>
        </p:nvSpPr>
        <p:spPr>
          <a:xfrm xmlns:a="http://schemas.openxmlformats.org/drawingml/2006/main">
            <a:off x="10648950" y="6534150"/>
            <a:ext cx="1009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B7068"/>
                </a:solidFill>
                <a:latin typeface="Arial"/>
                <a:ea typeface="Arial"/>
                <a:cs typeface="Arial"/>
              </a:defRPr>
            </a:defPPr>
            <a:lvl1pPr algn="r">
              <a:defRPr sz="1200" b="0">
                <a:solidFill>
                  <a:srgbClr val="5B7068"/>
                </a:solidFill>
                <a:latin typeface="Arial"/>
                <a:ea typeface="Arial"/>
                <a:cs typeface="Arial"/>
              </a:defRPr>
            </a:lvl1pPr>
            <a:lvl2pPr algn="r">
              <a:defRPr sz="1200" b="0">
                <a:solidFill>
                  <a:srgbClr val="5B7068"/>
                </a:solidFill>
                <a:latin typeface="Arial"/>
                <a:ea typeface="Arial"/>
                <a:cs typeface="Arial"/>
              </a:defRPr>
            </a:lvl2pPr>
            <a:lvl3pPr algn="r">
              <a:defRPr sz="1200" b="0">
                <a:solidFill>
                  <a:srgbClr val="5B7068"/>
                </a:solidFill>
                <a:latin typeface="Arial"/>
                <a:ea typeface="Arial"/>
                <a:cs typeface="Arial"/>
              </a:defRPr>
            </a:lvl3pPr>
            <a:lvl4pPr algn="r">
              <a:defRPr sz="1200" b="0">
                <a:solidFill>
                  <a:srgbClr val="5B7068"/>
                </a:solidFill>
                <a:latin typeface="Arial"/>
                <a:ea typeface="Arial"/>
                <a:cs typeface="Arial"/>
              </a:defRPr>
            </a:lvl4pPr>
            <a:lvl5pPr algn="r">
              <a:defRPr sz="1200" b="0">
                <a:solidFill>
                  <a:srgbClr val="5B7068"/>
                </a:solidFill>
                <a:latin typeface="Arial"/>
                <a:ea typeface="Arial"/>
                <a:cs typeface="Arial"/>
              </a:defRPr>
            </a:lvl5pPr>
            <a:lvl6pPr algn="r">
              <a:defRPr sz="1200" b="0">
                <a:solidFill>
                  <a:srgbClr val="5B7068"/>
                </a:solidFill>
                <a:latin typeface="Arial"/>
                <a:ea typeface="Arial"/>
                <a:cs typeface="Arial"/>
              </a:defRPr>
            </a:lvl6pPr>
            <a:lvl7pPr algn="r">
              <a:defRPr sz="1200" b="0">
                <a:solidFill>
                  <a:srgbClr val="5B7068"/>
                </a:solidFill>
                <a:latin typeface="Arial"/>
                <a:ea typeface="Arial"/>
                <a:cs typeface="Arial"/>
              </a:defRPr>
            </a:lvl7pPr>
            <a:lvl8pPr algn="r">
              <a:defRPr sz="1200" b="0">
                <a:solidFill>
                  <a:srgbClr val="5B7068"/>
                </a:solidFill>
                <a:latin typeface="Arial"/>
                <a:ea typeface="Arial"/>
                <a:cs typeface="Arial"/>
              </a:defRPr>
            </a:lvl8pPr>
            <a:lvl9pPr algn="r">
              <a:defRPr sz="1200" b="0">
                <a:solidFill>
                  <a:srgbClr val="5B7068"/>
                </a:solidFill>
                <a:latin typeface="Arial"/>
                <a:ea typeface="Arial"/>
                <a:cs typeface="Arial"/>
              </a:defRPr>
            </a:lvl9pPr>
          </a:lstStyle>
          <a:p xmlns:a="http://schemas.openxmlformats.org/drawingml/2006/main">
            <a:pPr algn="r">
              <a:defRPr sz="1200" b="0">
                <a:solidFill>
                  <a:srgbClr val="5B7068"/>
                </a:solidFill>
                <a:latin typeface="Arial"/>
                <a:ea typeface="Arial"/>
                <a:cs typeface="Arial"/>
              </a:defRPr>
            </a:pPr>
            <a:r>
              <a:rPr sz="1200" b="0">
                <a:solidFill>
                  <a:srgbClr val="5B7068"/>
                </a:solidFill>
                <a:latin typeface="Arial"/>
                <a:ea typeface="Arial"/>
                <a:cs typeface="Arial"/>
              </a:rPr>
              <a:t>04 / 07</a:t>
            </a:r>
          </a:p>
        </p:txBody>
      </p:sp>
      <p:sp>
        <p:nvSpPr>
          <p:cNvPr id="7" name="">
            <a:extLst xmlns:a="http://schemas.openxmlformats.org/drawingml/2006/main">
              <a:ext uri="{FF2B5EF4-FFF2-40B4-BE49-F238E27FC236}">
                <a16:creationId xmlns:a16="http://schemas.microsoft.com/office/drawing/2014/main" id="{B0C5DEC8-D0C0-4FB9-AF3E-BB38133AF353}"/>
              </a:ext>
            </a:extLst>
          </p:cNvPr>
          <p:cNvSpPr>
            <a:spLocks xmlns:a="http://schemas.openxmlformats.org/drawingml/2006/main" noGrp="1"/>
          </p:cNvSpPr>
          <p:nvPr/>
        </p:nvSpPr>
        <p:spPr>
          <a:xfrm xmlns:a="http://schemas.openxmlformats.org/drawingml/2006/main">
            <a:off x="533400" y="2076450"/>
            <a:ext cx="2533650" cy="1152525"/>
          </a:xfrm>
          <a:prstGeom xmlns:a="http://schemas.openxmlformats.org/drawingml/2006/main" prst="rect">
            <a:avLst/>
          </a:prstGeom>
          <a:solidFill xmlns:a="http://schemas.openxmlformats.org/drawingml/2006/main">
            <a:srgbClr val="DDE8EE"/>
          </a:solidFill>
          <a:ln xmlns:a="http://schemas.openxmlformats.org/drawingml/2006/main" w="0">
            <a:noFill/>
            <a:prstDash val="solid"/>
          </a:ln>
        </p:spPr>
      </p:sp>
      <p:sp>
        <p:nvSpPr>
          <p:cNvPr id="8" name="Speak / upload">
            <a:extLst xmlns:a="http://schemas.openxmlformats.org/drawingml/2006/main">
              <a:ext uri="{FF2B5EF4-FFF2-40B4-BE49-F238E27FC236}">
                <a16:creationId xmlns:a16="http://schemas.microsoft.com/office/drawing/2014/main" id="{321900A7-7280-4B34-A26B-608E61FE9ACC}"/>
              </a:ext>
            </a:extLst>
          </p:cNvPr>
          <p:cNvSpPr>
            <a:spLocks xmlns:a="http://schemas.openxmlformats.org/drawingml/2006/main" noGrp="1"/>
          </p:cNvSpPr>
          <p:nvPr/>
        </p:nvSpPr>
        <p:spPr>
          <a:xfrm xmlns:a="http://schemas.openxmlformats.org/drawingml/2006/main">
            <a:off x="704850" y="2238375"/>
            <a:ext cx="2190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93B34"/>
                </a:solidFill>
                <a:latin typeface="Arial"/>
                <a:ea typeface="Arial"/>
                <a:cs typeface="Arial"/>
              </a:defRPr>
            </a:defPPr>
            <a:lvl1pPr algn="l">
              <a:defRPr sz="1875" b="1">
                <a:solidFill>
                  <a:srgbClr val="193B34"/>
                </a:solidFill>
                <a:latin typeface="Arial"/>
                <a:ea typeface="Arial"/>
                <a:cs typeface="Arial"/>
              </a:defRPr>
            </a:lvl1pPr>
            <a:lvl2pPr algn="l">
              <a:defRPr sz="1875" b="1">
                <a:solidFill>
                  <a:srgbClr val="193B34"/>
                </a:solidFill>
                <a:latin typeface="Arial"/>
                <a:ea typeface="Arial"/>
                <a:cs typeface="Arial"/>
              </a:defRPr>
            </a:lvl2pPr>
            <a:lvl3pPr algn="l">
              <a:defRPr sz="1875" b="1">
                <a:solidFill>
                  <a:srgbClr val="193B34"/>
                </a:solidFill>
                <a:latin typeface="Arial"/>
                <a:ea typeface="Arial"/>
                <a:cs typeface="Arial"/>
              </a:defRPr>
            </a:lvl3pPr>
            <a:lvl4pPr algn="l">
              <a:defRPr sz="1875" b="1">
                <a:solidFill>
                  <a:srgbClr val="193B34"/>
                </a:solidFill>
                <a:latin typeface="Arial"/>
                <a:ea typeface="Arial"/>
                <a:cs typeface="Arial"/>
              </a:defRPr>
            </a:lvl4pPr>
            <a:lvl5pPr algn="l">
              <a:defRPr sz="1875" b="1">
                <a:solidFill>
                  <a:srgbClr val="193B34"/>
                </a:solidFill>
                <a:latin typeface="Arial"/>
                <a:ea typeface="Arial"/>
                <a:cs typeface="Arial"/>
              </a:defRPr>
            </a:lvl5pPr>
            <a:lvl6pPr algn="l">
              <a:defRPr sz="1875" b="1">
                <a:solidFill>
                  <a:srgbClr val="193B34"/>
                </a:solidFill>
                <a:latin typeface="Arial"/>
                <a:ea typeface="Arial"/>
                <a:cs typeface="Arial"/>
              </a:defRPr>
            </a:lvl6pPr>
            <a:lvl7pPr algn="l">
              <a:defRPr sz="1875" b="1">
                <a:solidFill>
                  <a:srgbClr val="193B34"/>
                </a:solidFill>
                <a:latin typeface="Arial"/>
                <a:ea typeface="Arial"/>
                <a:cs typeface="Arial"/>
              </a:defRPr>
            </a:lvl7pPr>
            <a:lvl8pPr algn="l">
              <a:defRPr sz="1875" b="1">
                <a:solidFill>
                  <a:srgbClr val="193B34"/>
                </a:solidFill>
                <a:latin typeface="Arial"/>
                <a:ea typeface="Arial"/>
                <a:cs typeface="Arial"/>
              </a:defRPr>
            </a:lvl8pPr>
            <a:lvl9pPr algn="l">
              <a:defRPr sz="1875" b="1">
                <a:solidFill>
                  <a:srgbClr val="193B34"/>
                </a:solidFill>
                <a:latin typeface="Arial"/>
                <a:ea typeface="Arial"/>
                <a:cs typeface="Arial"/>
              </a:defRPr>
            </a:lvl9pPr>
          </a:lstStyle>
          <a:p xmlns:a="http://schemas.openxmlformats.org/drawingml/2006/main">
            <a:pPr algn="l">
              <a:defRPr sz="1875" b="1">
                <a:solidFill>
                  <a:srgbClr val="193B34"/>
                </a:solidFill>
                <a:latin typeface="Arial"/>
                <a:ea typeface="Arial"/>
                <a:cs typeface="Arial"/>
              </a:defRPr>
            </a:pPr>
            <a:r>
              <a:rPr sz="1875" b="1">
                <a:solidFill>
                  <a:srgbClr val="193B34"/>
                </a:solidFill>
                <a:latin typeface="Arial"/>
                <a:ea typeface="Arial"/>
                <a:cs typeface="Arial"/>
              </a:rPr>
              <a:t>Speak / upload</a:t>
            </a:r>
          </a:p>
        </p:txBody>
      </p:sp>
      <p:sp>
        <p:nvSpPr>
          <p:cNvPr id="9" name="Pretrained Whisper">
            <a:extLst xmlns:a="http://schemas.openxmlformats.org/drawingml/2006/main">
              <a:ext uri="{FF2B5EF4-FFF2-40B4-BE49-F238E27FC236}">
                <a16:creationId xmlns:a16="http://schemas.microsoft.com/office/drawing/2014/main" id="{92EC4CB1-B5E5-4BA6-8622-74E0C8D70F47}"/>
              </a:ext>
            </a:extLst>
          </p:cNvPr>
          <p:cNvSpPr>
            <a:spLocks xmlns:a="http://schemas.openxmlformats.org/drawingml/2006/main" noGrp="1"/>
          </p:cNvSpPr>
          <p:nvPr/>
        </p:nvSpPr>
        <p:spPr>
          <a:xfrm xmlns:a="http://schemas.openxmlformats.org/drawingml/2006/main">
            <a:off x="704850" y="2619375"/>
            <a:ext cx="2190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B7068"/>
                </a:solidFill>
                <a:latin typeface="Arial"/>
                <a:ea typeface="Arial"/>
                <a:cs typeface="Arial"/>
              </a:defRPr>
            </a:defPPr>
            <a:lvl1pPr algn="l">
              <a:defRPr sz="1500" b="0">
                <a:solidFill>
                  <a:srgbClr val="5B7068"/>
                </a:solidFill>
                <a:latin typeface="Arial"/>
                <a:ea typeface="Arial"/>
                <a:cs typeface="Arial"/>
              </a:defRPr>
            </a:lvl1pPr>
            <a:lvl2pPr algn="l">
              <a:defRPr sz="1500" b="0">
                <a:solidFill>
                  <a:srgbClr val="5B7068"/>
                </a:solidFill>
                <a:latin typeface="Arial"/>
                <a:ea typeface="Arial"/>
                <a:cs typeface="Arial"/>
              </a:defRPr>
            </a:lvl2pPr>
            <a:lvl3pPr algn="l">
              <a:defRPr sz="1500" b="0">
                <a:solidFill>
                  <a:srgbClr val="5B7068"/>
                </a:solidFill>
                <a:latin typeface="Arial"/>
                <a:ea typeface="Arial"/>
                <a:cs typeface="Arial"/>
              </a:defRPr>
            </a:lvl3pPr>
            <a:lvl4pPr algn="l">
              <a:defRPr sz="1500" b="0">
                <a:solidFill>
                  <a:srgbClr val="5B7068"/>
                </a:solidFill>
                <a:latin typeface="Arial"/>
                <a:ea typeface="Arial"/>
                <a:cs typeface="Arial"/>
              </a:defRPr>
            </a:lvl4pPr>
            <a:lvl5pPr algn="l">
              <a:defRPr sz="1500" b="0">
                <a:solidFill>
                  <a:srgbClr val="5B7068"/>
                </a:solidFill>
                <a:latin typeface="Arial"/>
                <a:ea typeface="Arial"/>
                <a:cs typeface="Arial"/>
              </a:defRPr>
            </a:lvl5pPr>
            <a:lvl6pPr algn="l">
              <a:defRPr sz="1500" b="0">
                <a:solidFill>
                  <a:srgbClr val="5B7068"/>
                </a:solidFill>
                <a:latin typeface="Arial"/>
                <a:ea typeface="Arial"/>
                <a:cs typeface="Arial"/>
              </a:defRPr>
            </a:lvl6pPr>
            <a:lvl7pPr algn="l">
              <a:defRPr sz="1500" b="0">
                <a:solidFill>
                  <a:srgbClr val="5B7068"/>
                </a:solidFill>
                <a:latin typeface="Arial"/>
                <a:ea typeface="Arial"/>
                <a:cs typeface="Arial"/>
              </a:defRPr>
            </a:lvl7pPr>
            <a:lvl8pPr algn="l">
              <a:defRPr sz="1500" b="0">
                <a:solidFill>
                  <a:srgbClr val="5B7068"/>
                </a:solidFill>
                <a:latin typeface="Arial"/>
                <a:ea typeface="Arial"/>
                <a:cs typeface="Arial"/>
              </a:defRPr>
            </a:lvl8pPr>
            <a:lvl9pPr algn="l">
              <a:defRPr sz="1500" b="0">
                <a:solidFill>
                  <a:srgbClr val="5B7068"/>
                </a:solidFill>
                <a:latin typeface="Arial"/>
                <a:ea typeface="Arial"/>
                <a:cs typeface="Arial"/>
              </a:defRPr>
            </a:lvl9pPr>
          </a:lstStyle>
          <a:p xmlns:a="http://schemas.openxmlformats.org/drawingml/2006/main">
            <a:pPr algn="l">
              <a:defRPr sz="1500" b="0">
                <a:solidFill>
                  <a:srgbClr val="5B7068"/>
                </a:solidFill>
                <a:latin typeface="Arial"/>
                <a:ea typeface="Arial"/>
                <a:cs typeface="Arial"/>
              </a:defRPr>
            </a:pPr>
            <a:r>
              <a:rPr sz="1500" b="0">
                <a:solidFill>
                  <a:srgbClr val="5B7068"/>
                </a:solidFill>
                <a:latin typeface="Arial"/>
                <a:ea typeface="Arial"/>
                <a:cs typeface="Arial"/>
              </a:rPr>
              <a:t>Pretrained Whisper</a:t>
            </a:r>
          </a:p>
          <a:p xmlns:a="http://schemas.openxmlformats.org/drawingml/2006/main">
            <a:pPr algn="l">
              <a:defRPr sz="1500" b="0">
                <a:solidFill>
                  <a:srgbClr val="5B7068"/>
                </a:solidFill>
                <a:latin typeface="Arial"/>
                <a:ea typeface="Arial"/>
                <a:cs typeface="Arial"/>
              </a:defRPr>
            </a:pPr>
            <a:r>
              <a:rPr sz="1500" b="0">
                <a:solidFill>
                  <a:srgbClr val="5B7068"/>
                </a:solidFill>
                <a:latin typeface="Arial"/>
                <a:ea typeface="Arial"/>
                <a:cs typeface="Arial"/>
              </a:rPr>
              <a:t>converts audio to text</a:t>
            </a:r>
          </a:p>
        </p:txBody>
      </p:sp>
      <p:sp>
        <p:nvSpPr>
          <p:cNvPr id="10" name="">
            <a:extLst xmlns:a="http://schemas.openxmlformats.org/drawingml/2006/main">
              <a:ext uri="{FF2B5EF4-FFF2-40B4-BE49-F238E27FC236}">
                <a16:creationId xmlns:a16="http://schemas.microsoft.com/office/drawing/2014/main" id="{4777CB2A-ADE8-4AE7-9176-16B85BCF1F9D}"/>
              </a:ext>
            </a:extLst>
          </p:cNvPr>
          <p:cNvSpPr>
            <a:spLocks xmlns:a="http://schemas.openxmlformats.org/drawingml/2006/main" noGrp="1"/>
          </p:cNvSpPr>
          <p:nvPr/>
        </p:nvSpPr>
        <p:spPr>
          <a:xfrm xmlns:a="http://schemas.openxmlformats.org/drawingml/2006/main">
            <a:off x="533400" y="3943350"/>
            <a:ext cx="2533650" cy="1028700"/>
          </a:xfrm>
          <a:prstGeom xmlns:a="http://schemas.openxmlformats.org/drawingml/2006/main" prst="rect">
            <a:avLst/>
          </a:prstGeom>
          <a:solidFill xmlns:a="http://schemas.openxmlformats.org/drawingml/2006/main">
            <a:srgbClr val="E5EBDF"/>
          </a:solidFill>
          <a:ln xmlns:a="http://schemas.openxmlformats.org/drawingml/2006/main" w="0">
            <a:noFill/>
            <a:prstDash val="solid"/>
          </a:ln>
        </p:spPr>
      </p:sp>
      <p:sp>
        <p:nvSpPr>
          <p:cNvPr id="11" name="Type a point">
            <a:extLst xmlns:a="http://schemas.openxmlformats.org/drawingml/2006/main">
              <a:ext uri="{FF2B5EF4-FFF2-40B4-BE49-F238E27FC236}">
                <a16:creationId xmlns:a16="http://schemas.microsoft.com/office/drawing/2014/main" id="{0C97984A-C2E9-4C8E-A28D-CD6FAA571041}"/>
              </a:ext>
            </a:extLst>
          </p:cNvPr>
          <p:cNvSpPr>
            <a:spLocks xmlns:a="http://schemas.openxmlformats.org/drawingml/2006/main" noGrp="1"/>
          </p:cNvSpPr>
          <p:nvPr/>
        </p:nvSpPr>
        <p:spPr>
          <a:xfrm xmlns:a="http://schemas.openxmlformats.org/drawingml/2006/main">
            <a:off x="704850" y="4105275"/>
            <a:ext cx="2190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93B34"/>
                </a:solidFill>
                <a:latin typeface="Arial"/>
                <a:ea typeface="Arial"/>
                <a:cs typeface="Arial"/>
              </a:defRPr>
            </a:defPPr>
            <a:lvl1pPr algn="l">
              <a:defRPr sz="1875" b="1">
                <a:solidFill>
                  <a:srgbClr val="193B34"/>
                </a:solidFill>
                <a:latin typeface="Arial"/>
                <a:ea typeface="Arial"/>
                <a:cs typeface="Arial"/>
              </a:defRPr>
            </a:lvl1pPr>
            <a:lvl2pPr algn="l">
              <a:defRPr sz="1875" b="1">
                <a:solidFill>
                  <a:srgbClr val="193B34"/>
                </a:solidFill>
                <a:latin typeface="Arial"/>
                <a:ea typeface="Arial"/>
                <a:cs typeface="Arial"/>
              </a:defRPr>
            </a:lvl2pPr>
            <a:lvl3pPr algn="l">
              <a:defRPr sz="1875" b="1">
                <a:solidFill>
                  <a:srgbClr val="193B34"/>
                </a:solidFill>
                <a:latin typeface="Arial"/>
                <a:ea typeface="Arial"/>
                <a:cs typeface="Arial"/>
              </a:defRPr>
            </a:lvl3pPr>
            <a:lvl4pPr algn="l">
              <a:defRPr sz="1875" b="1">
                <a:solidFill>
                  <a:srgbClr val="193B34"/>
                </a:solidFill>
                <a:latin typeface="Arial"/>
                <a:ea typeface="Arial"/>
                <a:cs typeface="Arial"/>
              </a:defRPr>
            </a:lvl4pPr>
            <a:lvl5pPr algn="l">
              <a:defRPr sz="1875" b="1">
                <a:solidFill>
                  <a:srgbClr val="193B34"/>
                </a:solidFill>
                <a:latin typeface="Arial"/>
                <a:ea typeface="Arial"/>
                <a:cs typeface="Arial"/>
              </a:defRPr>
            </a:lvl5pPr>
            <a:lvl6pPr algn="l">
              <a:defRPr sz="1875" b="1">
                <a:solidFill>
                  <a:srgbClr val="193B34"/>
                </a:solidFill>
                <a:latin typeface="Arial"/>
                <a:ea typeface="Arial"/>
                <a:cs typeface="Arial"/>
              </a:defRPr>
            </a:lvl6pPr>
            <a:lvl7pPr algn="l">
              <a:defRPr sz="1875" b="1">
                <a:solidFill>
                  <a:srgbClr val="193B34"/>
                </a:solidFill>
                <a:latin typeface="Arial"/>
                <a:ea typeface="Arial"/>
                <a:cs typeface="Arial"/>
              </a:defRPr>
            </a:lvl7pPr>
            <a:lvl8pPr algn="l">
              <a:defRPr sz="1875" b="1">
                <a:solidFill>
                  <a:srgbClr val="193B34"/>
                </a:solidFill>
                <a:latin typeface="Arial"/>
                <a:ea typeface="Arial"/>
                <a:cs typeface="Arial"/>
              </a:defRPr>
            </a:lvl8pPr>
            <a:lvl9pPr algn="l">
              <a:defRPr sz="1875" b="1">
                <a:solidFill>
                  <a:srgbClr val="193B34"/>
                </a:solidFill>
                <a:latin typeface="Arial"/>
                <a:ea typeface="Arial"/>
                <a:cs typeface="Arial"/>
              </a:defRPr>
            </a:lvl9pPr>
          </a:lstStyle>
          <a:p xmlns:a="http://schemas.openxmlformats.org/drawingml/2006/main">
            <a:pPr algn="l">
              <a:defRPr sz="1875" b="1">
                <a:solidFill>
                  <a:srgbClr val="193B34"/>
                </a:solidFill>
                <a:latin typeface="Arial"/>
                <a:ea typeface="Arial"/>
                <a:cs typeface="Arial"/>
              </a:defRPr>
            </a:pPr>
            <a:r>
              <a:rPr sz="1875" b="1">
                <a:solidFill>
                  <a:srgbClr val="193B34"/>
                </a:solidFill>
                <a:latin typeface="Arial"/>
                <a:ea typeface="Arial"/>
                <a:cs typeface="Arial"/>
              </a:rPr>
              <a:t>Type a point</a:t>
            </a:r>
          </a:p>
        </p:txBody>
      </p:sp>
      <p:sp>
        <p:nvSpPr>
          <p:cNvPr id="12" name="Direct text input">
            <a:extLst xmlns:a="http://schemas.openxmlformats.org/drawingml/2006/main">
              <a:ext uri="{FF2B5EF4-FFF2-40B4-BE49-F238E27FC236}">
                <a16:creationId xmlns:a16="http://schemas.microsoft.com/office/drawing/2014/main" id="{2D7BDC0C-182D-4B5A-BA75-2D7FC97AF4A7}"/>
              </a:ext>
            </a:extLst>
          </p:cNvPr>
          <p:cNvSpPr>
            <a:spLocks xmlns:a="http://schemas.openxmlformats.org/drawingml/2006/main" noGrp="1"/>
          </p:cNvSpPr>
          <p:nvPr/>
        </p:nvSpPr>
        <p:spPr>
          <a:xfrm xmlns:a="http://schemas.openxmlformats.org/drawingml/2006/main">
            <a:off x="704850" y="4486275"/>
            <a:ext cx="219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B7068"/>
                </a:solidFill>
                <a:latin typeface="Arial"/>
                <a:ea typeface="Arial"/>
                <a:cs typeface="Arial"/>
              </a:defRPr>
            </a:defPPr>
            <a:lvl1pPr algn="l">
              <a:defRPr sz="1500" b="0">
                <a:solidFill>
                  <a:srgbClr val="5B7068"/>
                </a:solidFill>
                <a:latin typeface="Arial"/>
                <a:ea typeface="Arial"/>
                <a:cs typeface="Arial"/>
              </a:defRPr>
            </a:lvl1pPr>
            <a:lvl2pPr algn="l">
              <a:defRPr sz="1500" b="0">
                <a:solidFill>
                  <a:srgbClr val="5B7068"/>
                </a:solidFill>
                <a:latin typeface="Arial"/>
                <a:ea typeface="Arial"/>
                <a:cs typeface="Arial"/>
              </a:defRPr>
            </a:lvl2pPr>
            <a:lvl3pPr algn="l">
              <a:defRPr sz="1500" b="0">
                <a:solidFill>
                  <a:srgbClr val="5B7068"/>
                </a:solidFill>
                <a:latin typeface="Arial"/>
                <a:ea typeface="Arial"/>
                <a:cs typeface="Arial"/>
              </a:defRPr>
            </a:lvl3pPr>
            <a:lvl4pPr algn="l">
              <a:defRPr sz="1500" b="0">
                <a:solidFill>
                  <a:srgbClr val="5B7068"/>
                </a:solidFill>
                <a:latin typeface="Arial"/>
                <a:ea typeface="Arial"/>
                <a:cs typeface="Arial"/>
              </a:defRPr>
            </a:lvl4pPr>
            <a:lvl5pPr algn="l">
              <a:defRPr sz="1500" b="0">
                <a:solidFill>
                  <a:srgbClr val="5B7068"/>
                </a:solidFill>
                <a:latin typeface="Arial"/>
                <a:ea typeface="Arial"/>
                <a:cs typeface="Arial"/>
              </a:defRPr>
            </a:lvl5pPr>
            <a:lvl6pPr algn="l">
              <a:defRPr sz="1500" b="0">
                <a:solidFill>
                  <a:srgbClr val="5B7068"/>
                </a:solidFill>
                <a:latin typeface="Arial"/>
                <a:ea typeface="Arial"/>
                <a:cs typeface="Arial"/>
              </a:defRPr>
            </a:lvl6pPr>
            <a:lvl7pPr algn="l">
              <a:defRPr sz="1500" b="0">
                <a:solidFill>
                  <a:srgbClr val="5B7068"/>
                </a:solidFill>
                <a:latin typeface="Arial"/>
                <a:ea typeface="Arial"/>
                <a:cs typeface="Arial"/>
              </a:defRPr>
            </a:lvl7pPr>
            <a:lvl8pPr algn="l">
              <a:defRPr sz="1500" b="0">
                <a:solidFill>
                  <a:srgbClr val="5B7068"/>
                </a:solidFill>
                <a:latin typeface="Arial"/>
                <a:ea typeface="Arial"/>
                <a:cs typeface="Arial"/>
              </a:defRPr>
            </a:lvl8pPr>
            <a:lvl9pPr algn="l">
              <a:defRPr sz="1500" b="0">
                <a:solidFill>
                  <a:srgbClr val="5B7068"/>
                </a:solidFill>
                <a:latin typeface="Arial"/>
                <a:ea typeface="Arial"/>
                <a:cs typeface="Arial"/>
              </a:defRPr>
            </a:lvl9pPr>
          </a:lstStyle>
          <a:p xmlns:a="http://schemas.openxmlformats.org/drawingml/2006/main">
            <a:pPr algn="l">
              <a:defRPr sz="1500" b="0">
                <a:solidFill>
                  <a:srgbClr val="5B7068"/>
                </a:solidFill>
                <a:latin typeface="Arial"/>
                <a:ea typeface="Arial"/>
                <a:cs typeface="Arial"/>
              </a:defRPr>
            </a:pPr>
            <a:r>
              <a:rPr sz="1500" b="0">
                <a:solidFill>
                  <a:srgbClr val="5B7068"/>
                </a:solidFill>
                <a:latin typeface="Arial"/>
                <a:ea typeface="Arial"/>
                <a:cs typeface="Arial"/>
              </a:rPr>
              <a:t>Direct text input</a:t>
            </a:r>
          </a:p>
        </p:txBody>
      </p:sp>
      <p:sp>
        <p:nvSpPr>
          <p:cNvPr id="13" name="">
            <a:extLst xmlns:a="http://schemas.openxmlformats.org/drawingml/2006/main">
              <a:ext uri="{FF2B5EF4-FFF2-40B4-BE49-F238E27FC236}">
                <a16:creationId xmlns:a16="http://schemas.microsoft.com/office/drawing/2014/main" id="{C7CFAA55-4FED-4489-8050-64884929DA6F}"/>
              </a:ext>
            </a:extLst>
          </p:cNvPr>
          <p:cNvSpPr>
            <a:spLocks xmlns:a="http://schemas.openxmlformats.org/drawingml/2006/main" noGrp="1"/>
          </p:cNvSpPr>
          <p:nvPr/>
        </p:nvSpPr>
        <p:spPr>
          <a:xfrm xmlns:a="http://schemas.openxmlformats.org/drawingml/2006/main">
            <a:off x="3667125" y="2981325"/>
            <a:ext cx="2152650" cy="1181100"/>
          </a:xfrm>
          <a:prstGeom xmlns:a="http://schemas.openxmlformats.org/drawingml/2006/main" prst="rect">
            <a:avLst/>
          </a:prstGeom>
          <a:solidFill xmlns:a="http://schemas.openxmlformats.org/drawingml/2006/main">
            <a:srgbClr val="C5DC9C"/>
          </a:solidFill>
          <a:ln xmlns:a="http://schemas.openxmlformats.org/drawingml/2006/main" w="0">
            <a:noFill/>
            <a:prstDash val="solid"/>
          </a:ln>
        </p:spPr>
      </p:sp>
      <p:sp>
        <p:nvSpPr>
          <p:cNvPr id="14" name="English draft">
            <a:extLst xmlns:a="http://schemas.openxmlformats.org/drawingml/2006/main">
              <a:ext uri="{FF2B5EF4-FFF2-40B4-BE49-F238E27FC236}">
                <a16:creationId xmlns:a16="http://schemas.microsoft.com/office/drawing/2014/main" id="{146FEBC8-A2C6-4991-86A8-BF9D0794B2B8}"/>
              </a:ext>
            </a:extLst>
          </p:cNvPr>
          <p:cNvSpPr>
            <a:spLocks xmlns:a="http://schemas.openxmlformats.org/drawingml/2006/main" noGrp="1"/>
          </p:cNvSpPr>
          <p:nvPr/>
        </p:nvSpPr>
        <p:spPr>
          <a:xfrm xmlns:a="http://schemas.openxmlformats.org/drawingml/2006/main">
            <a:off x="3838575" y="3143250"/>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93B34"/>
                </a:solidFill>
                <a:latin typeface="Arial"/>
                <a:ea typeface="Arial"/>
                <a:cs typeface="Arial"/>
              </a:defRPr>
            </a:defPPr>
            <a:lvl1pPr algn="l">
              <a:defRPr sz="1875" b="1">
                <a:solidFill>
                  <a:srgbClr val="193B34"/>
                </a:solidFill>
                <a:latin typeface="Arial"/>
                <a:ea typeface="Arial"/>
                <a:cs typeface="Arial"/>
              </a:defRPr>
            </a:lvl1pPr>
            <a:lvl2pPr algn="l">
              <a:defRPr sz="1875" b="1">
                <a:solidFill>
                  <a:srgbClr val="193B34"/>
                </a:solidFill>
                <a:latin typeface="Arial"/>
                <a:ea typeface="Arial"/>
                <a:cs typeface="Arial"/>
              </a:defRPr>
            </a:lvl2pPr>
            <a:lvl3pPr algn="l">
              <a:defRPr sz="1875" b="1">
                <a:solidFill>
                  <a:srgbClr val="193B34"/>
                </a:solidFill>
                <a:latin typeface="Arial"/>
                <a:ea typeface="Arial"/>
                <a:cs typeface="Arial"/>
              </a:defRPr>
            </a:lvl3pPr>
            <a:lvl4pPr algn="l">
              <a:defRPr sz="1875" b="1">
                <a:solidFill>
                  <a:srgbClr val="193B34"/>
                </a:solidFill>
                <a:latin typeface="Arial"/>
                <a:ea typeface="Arial"/>
                <a:cs typeface="Arial"/>
              </a:defRPr>
            </a:lvl4pPr>
            <a:lvl5pPr algn="l">
              <a:defRPr sz="1875" b="1">
                <a:solidFill>
                  <a:srgbClr val="193B34"/>
                </a:solidFill>
                <a:latin typeface="Arial"/>
                <a:ea typeface="Arial"/>
                <a:cs typeface="Arial"/>
              </a:defRPr>
            </a:lvl5pPr>
            <a:lvl6pPr algn="l">
              <a:defRPr sz="1875" b="1">
                <a:solidFill>
                  <a:srgbClr val="193B34"/>
                </a:solidFill>
                <a:latin typeface="Arial"/>
                <a:ea typeface="Arial"/>
                <a:cs typeface="Arial"/>
              </a:defRPr>
            </a:lvl6pPr>
            <a:lvl7pPr algn="l">
              <a:defRPr sz="1875" b="1">
                <a:solidFill>
                  <a:srgbClr val="193B34"/>
                </a:solidFill>
                <a:latin typeface="Arial"/>
                <a:ea typeface="Arial"/>
                <a:cs typeface="Arial"/>
              </a:defRPr>
            </a:lvl7pPr>
            <a:lvl8pPr algn="l">
              <a:defRPr sz="1875" b="1">
                <a:solidFill>
                  <a:srgbClr val="193B34"/>
                </a:solidFill>
                <a:latin typeface="Arial"/>
                <a:ea typeface="Arial"/>
                <a:cs typeface="Arial"/>
              </a:defRPr>
            </a:lvl8pPr>
            <a:lvl9pPr algn="l">
              <a:defRPr sz="1875" b="1">
                <a:solidFill>
                  <a:srgbClr val="193B34"/>
                </a:solidFill>
                <a:latin typeface="Arial"/>
                <a:ea typeface="Arial"/>
                <a:cs typeface="Arial"/>
              </a:defRPr>
            </a:lvl9pPr>
          </a:lstStyle>
          <a:p xmlns:a="http://schemas.openxmlformats.org/drawingml/2006/main">
            <a:pPr algn="l">
              <a:defRPr sz="1875" b="1">
                <a:solidFill>
                  <a:srgbClr val="193B34"/>
                </a:solidFill>
                <a:latin typeface="Arial"/>
                <a:ea typeface="Arial"/>
                <a:cs typeface="Arial"/>
              </a:defRPr>
            </a:pPr>
            <a:r>
              <a:rPr sz="1875" b="1">
                <a:solidFill>
                  <a:srgbClr val="193B34"/>
                </a:solidFill>
                <a:latin typeface="Arial"/>
                <a:ea typeface="Arial"/>
                <a:cs typeface="Arial"/>
              </a:rPr>
              <a:t>English draft</a:t>
            </a:r>
          </a:p>
        </p:txBody>
      </p:sp>
      <p:sp>
        <p:nvSpPr>
          <p:cNvPr id="15" name="Review and share">
            <a:extLst xmlns:a="http://schemas.openxmlformats.org/drawingml/2006/main">
              <a:ext uri="{FF2B5EF4-FFF2-40B4-BE49-F238E27FC236}">
                <a16:creationId xmlns:a16="http://schemas.microsoft.com/office/drawing/2014/main" id="{7150881D-AA9C-4A4C-9320-55EA19F65A29}"/>
              </a:ext>
            </a:extLst>
          </p:cNvPr>
          <p:cNvSpPr>
            <a:spLocks xmlns:a="http://schemas.openxmlformats.org/drawingml/2006/main" noGrp="1"/>
          </p:cNvSpPr>
          <p:nvPr/>
        </p:nvSpPr>
        <p:spPr>
          <a:xfrm xmlns:a="http://schemas.openxmlformats.org/drawingml/2006/main">
            <a:off x="3838575" y="3524250"/>
            <a:ext cx="1809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B7068"/>
                </a:solidFill>
                <a:latin typeface="Arial"/>
                <a:ea typeface="Arial"/>
                <a:cs typeface="Arial"/>
              </a:defRPr>
            </a:defPPr>
            <a:lvl1pPr algn="l">
              <a:defRPr sz="1500" b="0">
                <a:solidFill>
                  <a:srgbClr val="5B7068"/>
                </a:solidFill>
                <a:latin typeface="Arial"/>
                <a:ea typeface="Arial"/>
                <a:cs typeface="Arial"/>
              </a:defRPr>
            </a:lvl1pPr>
            <a:lvl2pPr algn="l">
              <a:defRPr sz="1500" b="0">
                <a:solidFill>
                  <a:srgbClr val="5B7068"/>
                </a:solidFill>
                <a:latin typeface="Arial"/>
                <a:ea typeface="Arial"/>
                <a:cs typeface="Arial"/>
              </a:defRPr>
            </a:lvl2pPr>
            <a:lvl3pPr algn="l">
              <a:defRPr sz="1500" b="0">
                <a:solidFill>
                  <a:srgbClr val="5B7068"/>
                </a:solidFill>
                <a:latin typeface="Arial"/>
                <a:ea typeface="Arial"/>
                <a:cs typeface="Arial"/>
              </a:defRPr>
            </a:lvl3pPr>
            <a:lvl4pPr algn="l">
              <a:defRPr sz="1500" b="0">
                <a:solidFill>
                  <a:srgbClr val="5B7068"/>
                </a:solidFill>
                <a:latin typeface="Arial"/>
                <a:ea typeface="Arial"/>
                <a:cs typeface="Arial"/>
              </a:defRPr>
            </a:lvl4pPr>
            <a:lvl5pPr algn="l">
              <a:defRPr sz="1500" b="0">
                <a:solidFill>
                  <a:srgbClr val="5B7068"/>
                </a:solidFill>
                <a:latin typeface="Arial"/>
                <a:ea typeface="Arial"/>
                <a:cs typeface="Arial"/>
              </a:defRPr>
            </a:lvl5pPr>
            <a:lvl6pPr algn="l">
              <a:defRPr sz="1500" b="0">
                <a:solidFill>
                  <a:srgbClr val="5B7068"/>
                </a:solidFill>
                <a:latin typeface="Arial"/>
                <a:ea typeface="Arial"/>
                <a:cs typeface="Arial"/>
              </a:defRPr>
            </a:lvl6pPr>
            <a:lvl7pPr algn="l">
              <a:defRPr sz="1500" b="0">
                <a:solidFill>
                  <a:srgbClr val="5B7068"/>
                </a:solidFill>
                <a:latin typeface="Arial"/>
                <a:ea typeface="Arial"/>
                <a:cs typeface="Arial"/>
              </a:defRPr>
            </a:lvl7pPr>
            <a:lvl8pPr algn="l">
              <a:defRPr sz="1500" b="0">
                <a:solidFill>
                  <a:srgbClr val="5B7068"/>
                </a:solidFill>
                <a:latin typeface="Arial"/>
                <a:ea typeface="Arial"/>
                <a:cs typeface="Arial"/>
              </a:defRPr>
            </a:lvl8pPr>
            <a:lvl9pPr algn="l">
              <a:defRPr sz="1500" b="0">
                <a:solidFill>
                  <a:srgbClr val="5B7068"/>
                </a:solidFill>
                <a:latin typeface="Arial"/>
                <a:ea typeface="Arial"/>
                <a:cs typeface="Arial"/>
              </a:defRPr>
            </a:lvl9pPr>
          </a:lstStyle>
          <a:p xmlns:a="http://schemas.openxmlformats.org/drawingml/2006/main">
            <a:pPr algn="l">
              <a:defRPr sz="1500" b="0">
                <a:solidFill>
                  <a:srgbClr val="5B7068"/>
                </a:solidFill>
                <a:latin typeface="Arial"/>
                <a:ea typeface="Arial"/>
                <a:cs typeface="Arial"/>
              </a:defRPr>
            </a:pPr>
            <a:r>
              <a:rPr sz="1500" b="0">
                <a:solidFill>
                  <a:srgbClr val="5B7068"/>
                </a:solidFill>
                <a:latin typeface="Arial"/>
                <a:ea typeface="Arial"/>
                <a:cs typeface="Arial"/>
              </a:rPr>
              <a:t>Review and share</a:t>
            </a:r>
          </a:p>
          <a:p xmlns:a="http://schemas.openxmlformats.org/drawingml/2006/main">
            <a:pPr algn="l">
              <a:defRPr sz="1500" b="0">
                <a:solidFill>
                  <a:srgbClr val="5B7068"/>
                </a:solidFill>
                <a:latin typeface="Arial"/>
                <a:ea typeface="Arial"/>
                <a:cs typeface="Arial"/>
              </a:defRPr>
            </a:pPr>
            <a:r>
              <a:rPr sz="1500" b="0">
                <a:solidFill>
                  <a:srgbClr val="5B7068"/>
                </a:solidFill>
                <a:latin typeface="Arial"/>
                <a:ea typeface="Arial"/>
                <a:cs typeface="Arial"/>
              </a:rPr>
              <a:t>your point</a:t>
            </a:r>
          </a:p>
        </p:txBody>
      </p:sp>
      <p:sp>
        <p:nvSpPr>
          <p:cNvPr id="16" name="">
            <a:extLst xmlns:a="http://schemas.openxmlformats.org/drawingml/2006/main">
              <a:ext uri="{FF2B5EF4-FFF2-40B4-BE49-F238E27FC236}">
                <a16:creationId xmlns:a16="http://schemas.microsoft.com/office/drawing/2014/main" id="{C34BB035-3111-40E4-BEB6-0BFF3B7D8445}"/>
              </a:ext>
            </a:extLst>
          </p:cNvPr>
          <p:cNvSpPr>
            <a:spLocks xmlns:a="http://schemas.openxmlformats.org/drawingml/2006/main" noGrp="1"/>
          </p:cNvSpPr>
          <p:nvPr/>
        </p:nvSpPr>
        <p:spPr>
          <a:xfrm xmlns:a="http://schemas.openxmlformats.org/drawingml/2006/main">
            <a:off x="6448425" y="2076450"/>
            <a:ext cx="2667000" cy="1333500"/>
          </a:xfrm>
          <a:prstGeom xmlns:a="http://schemas.openxmlformats.org/drawingml/2006/main" prst="rect">
            <a:avLst/>
          </a:prstGeom>
          <a:solidFill xmlns:a="http://schemas.openxmlformats.org/drawingml/2006/main">
            <a:srgbClr val="E5EBDF"/>
          </a:solidFill>
          <a:ln xmlns:a="http://schemas.openxmlformats.org/drawingml/2006/main" w="0">
            <a:noFill/>
            <a:prstDash val="solid"/>
          </a:ln>
        </p:spPr>
      </p:sp>
      <p:sp>
        <p:nvSpPr>
          <p:cNvPr id="17" name="Stance model">
            <a:extLst xmlns:a="http://schemas.openxmlformats.org/drawingml/2006/main">
              <a:ext uri="{FF2B5EF4-FFF2-40B4-BE49-F238E27FC236}">
                <a16:creationId xmlns:a16="http://schemas.microsoft.com/office/drawing/2014/main" id="{2C7FFF6A-FC01-4A6B-AD40-C4E7D6EA510B}"/>
              </a:ext>
            </a:extLst>
          </p:cNvPr>
          <p:cNvSpPr>
            <a:spLocks xmlns:a="http://schemas.openxmlformats.org/drawingml/2006/main" noGrp="1"/>
          </p:cNvSpPr>
          <p:nvPr/>
        </p:nvSpPr>
        <p:spPr>
          <a:xfrm xmlns:a="http://schemas.openxmlformats.org/drawingml/2006/main">
            <a:off x="6619875" y="2238375"/>
            <a:ext cx="23241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93B34"/>
                </a:solidFill>
                <a:latin typeface="Arial"/>
                <a:ea typeface="Arial"/>
                <a:cs typeface="Arial"/>
              </a:defRPr>
            </a:defPPr>
            <a:lvl1pPr algn="l">
              <a:defRPr sz="1875" b="1">
                <a:solidFill>
                  <a:srgbClr val="193B34"/>
                </a:solidFill>
                <a:latin typeface="Arial"/>
                <a:ea typeface="Arial"/>
                <a:cs typeface="Arial"/>
              </a:defRPr>
            </a:lvl1pPr>
            <a:lvl2pPr algn="l">
              <a:defRPr sz="1875" b="1">
                <a:solidFill>
                  <a:srgbClr val="193B34"/>
                </a:solidFill>
                <a:latin typeface="Arial"/>
                <a:ea typeface="Arial"/>
                <a:cs typeface="Arial"/>
              </a:defRPr>
            </a:lvl2pPr>
            <a:lvl3pPr algn="l">
              <a:defRPr sz="1875" b="1">
                <a:solidFill>
                  <a:srgbClr val="193B34"/>
                </a:solidFill>
                <a:latin typeface="Arial"/>
                <a:ea typeface="Arial"/>
                <a:cs typeface="Arial"/>
              </a:defRPr>
            </a:lvl3pPr>
            <a:lvl4pPr algn="l">
              <a:defRPr sz="1875" b="1">
                <a:solidFill>
                  <a:srgbClr val="193B34"/>
                </a:solidFill>
                <a:latin typeface="Arial"/>
                <a:ea typeface="Arial"/>
                <a:cs typeface="Arial"/>
              </a:defRPr>
            </a:lvl4pPr>
            <a:lvl5pPr algn="l">
              <a:defRPr sz="1875" b="1">
                <a:solidFill>
                  <a:srgbClr val="193B34"/>
                </a:solidFill>
                <a:latin typeface="Arial"/>
                <a:ea typeface="Arial"/>
                <a:cs typeface="Arial"/>
              </a:defRPr>
            </a:lvl5pPr>
            <a:lvl6pPr algn="l">
              <a:defRPr sz="1875" b="1">
                <a:solidFill>
                  <a:srgbClr val="193B34"/>
                </a:solidFill>
                <a:latin typeface="Arial"/>
                <a:ea typeface="Arial"/>
                <a:cs typeface="Arial"/>
              </a:defRPr>
            </a:lvl6pPr>
            <a:lvl7pPr algn="l">
              <a:defRPr sz="1875" b="1">
                <a:solidFill>
                  <a:srgbClr val="193B34"/>
                </a:solidFill>
                <a:latin typeface="Arial"/>
                <a:ea typeface="Arial"/>
                <a:cs typeface="Arial"/>
              </a:defRPr>
            </a:lvl7pPr>
            <a:lvl8pPr algn="l">
              <a:defRPr sz="1875" b="1">
                <a:solidFill>
                  <a:srgbClr val="193B34"/>
                </a:solidFill>
                <a:latin typeface="Arial"/>
                <a:ea typeface="Arial"/>
                <a:cs typeface="Arial"/>
              </a:defRPr>
            </a:lvl8pPr>
            <a:lvl9pPr algn="l">
              <a:defRPr sz="1875" b="1">
                <a:solidFill>
                  <a:srgbClr val="193B34"/>
                </a:solidFill>
                <a:latin typeface="Arial"/>
                <a:ea typeface="Arial"/>
                <a:cs typeface="Arial"/>
              </a:defRPr>
            </a:lvl9pPr>
          </a:lstStyle>
          <a:p xmlns:a="http://schemas.openxmlformats.org/drawingml/2006/main">
            <a:pPr algn="l">
              <a:defRPr sz="1875" b="1">
                <a:solidFill>
                  <a:srgbClr val="193B34"/>
                </a:solidFill>
                <a:latin typeface="Arial"/>
                <a:ea typeface="Arial"/>
                <a:cs typeface="Arial"/>
              </a:defRPr>
            </a:pPr>
            <a:r>
              <a:rPr sz="1875" b="1">
                <a:solidFill>
                  <a:srgbClr val="193B34"/>
                </a:solidFill>
                <a:latin typeface="Arial"/>
                <a:ea typeface="Arial"/>
                <a:cs typeface="Arial"/>
              </a:rPr>
              <a:t>Stance model</a:t>
            </a:r>
          </a:p>
        </p:txBody>
      </p:sp>
      <p:sp>
        <p:nvSpPr>
          <p:cNvPr id="18" name="TF-IDF + Logistic Regression">
            <a:extLst xmlns:a="http://schemas.openxmlformats.org/drawingml/2006/main">
              <a:ext uri="{FF2B5EF4-FFF2-40B4-BE49-F238E27FC236}">
                <a16:creationId xmlns:a16="http://schemas.microsoft.com/office/drawing/2014/main" id="{F94AFDA4-4239-4248-9DA1-1FAFB4888D84}"/>
              </a:ext>
            </a:extLst>
          </p:cNvPr>
          <p:cNvSpPr>
            <a:spLocks xmlns:a="http://schemas.openxmlformats.org/drawingml/2006/main" noGrp="1"/>
          </p:cNvSpPr>
          <p:nvPr/>
        </p:nvSpPr>
        <p:spPr>
          <a:xfrm xmlns:a="http://schemas.openxmlformats.org/drawingml/2006/main">
            <a:off x="6619875" y="2619375"/>
            <a:ext cx="23241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B7068"/>
                </a:solidFill>
                <a:latin typeface="Arial"/>
                <a:ea typeface="Arial"/>
                <a:cs typeface="Arial"/>
              </a:defRPr>
            </a:defPPr>
            <a:lvl1pPr algn="l">
              <a:defRPr sz="1500" b="0">
                <a:solidFill>
                  <a:srgbClr val="5B7068"/>
                </a:solidFill>
                <a:latin typeface="Arial"/>
                <a:ea typeface="Arial"/>
                <a:cs typeface="Arial"/>
              </a:defRPr>
            </a:lvl1pPr>
            <a:lvl2pPr algn="l">
              <a:defRPr sz="1500" b="0">
                <a:solidFill>
                  <a:srgbClr val="5B7068"/>
                </a:solidFill>
                <a:latin typeface="Arial"/>
                <a:ea typeface="Arial"/>
                <a:cs typeface="Arial"/>
              </a:defRPr>
            </a:lvl2pPr>
            <a:lvl3pPr algn="l">
              <a:defRPr sz="1500" b="0">
                <a:solidFill>
                  <a:srgbClr val="5B7068"/>
                </a:solidFill>
                <a:latin typeface="Arial"/>
                <a:ea typeface="Arial"/>
                <a:cs typeface="Arial"/>
              </a:defRPr>
            </a:lvl3pPr>
            <a:lvl4pPr algn="l">
              <a:defRPr sz="1500" b="0">
                <a:solidFill>
                  <a:srgbClr val="5B7068"/>
                </a:solidFill>
                <a:latin typeface="Arial"/>
                <a:ea typeface="Arial"/>
                <a:cs typeface="Arial"/>
              </a:defRPr>
            </a:lvl4pPr>
            <a:lvl5pPr algn="l">
              <a:defRPr sz="1500" b="0">
                <a:solidFill>
                  <a:srgbClr val="5B7068"/>
                </a:solidFill>
                <a:latin typeface="Arial"/>
                <a:ea typeface="Arial"/>
                <a:cs typeface="Arial"/>
              </a:defRPr>
            </a:lvl5pPr>
            <a:lvl6pPr algn="l">
              <a:defRPr sz="1500" b="0">
                <a:solidFill>
                  <a:srgbClr val="5B7068"/>
                </a:solidFill>
                <a:latin typeface="Arial"/>
                <a:ea typeface="Arial"/>
                <a:cs typeface="Arial"/>
              </a:defRPr>
            </a:lvl6pPr>
            <a:lvl7pPr algn="l">
              <a:defRPr sz="1500" b="0">
                <a:solidFill>
                  <a:srgbClr val="5B7068"/>
                </a:solidFill>
                <a:latin typeface="Arial"/>
                <a:ea typeface="Arial"/>
                <a:cs typeface="Arial"/>
              </a:defRPr>
            </a:lvl7pPr>
            <a:lvl8pPr algn="l">
              <a:defRPr sz="1500" b="0">
                <a:solidFill>
                  <a:srgbClr val="5B7068"/>
                </a:solidFill>
                <a:latin typeface="Arial"/>
                <a:ea typeface="Arial"/>
                <a:cs typeface="Arial"/>
              </a:defRPr>
            </a:lvl8pPr>
            <a:lvl9pPr algn="l">
              <a:defRPr sz="1500" b="0">
                <a:solidFill>
                  <a:srgbClr val="5B7068"/>
                </a:solidFill>
                <a:latin typeface="Arial"/>
                <a:ea typeface="Arial"/>
                <a:cs typeface="Arial"/>
              </a:defRPr>
            </a:lvl9pPr>
          </a:lstStyle>
          <a:p xmlns:a="http://schemas.openxmlformats.org/drawingml/2006/main">
            <a:pPr algn="l">
              <a:defRPr sz="1500" b="0">
                <a:solidFill>
                  <a:srgbClr val="5B7068"/>
                </a:solidFill>
                <a:latin typeface="Arial"/>
                <a:ea typeface="Arial"/>
                <a:cs typeface="Arial"/>
              </a:defRPr>
            </a:pPr>
            <a:r>
              <a:rPr sz="1500" b="0">
                <a:solidFill>
                  <a:srgbClr val="5B7068"/>
                </a:solidFill>
                <a:latin typeface="Arial"/>
                <a:ea typeface="Arial"/>
                <a:cs typeface="Arial"/>
              </a:rPr>
              <a:t>TF-IDF + Logistic Regression</a:t>
            </a:r>
          </a:p>
          <a:p xmlns:a="http://schemas.openxmlformats.org/drawingml/2006/main">
            <a:pPr algn="l">
              <a:defRPr sz="1500" b="0">
                <a:solidFill>
                  <a:srgbClr val="5B7068"/>
                </a:solidFill>
                <a:latin typeface="Arial"/>
                <a:ea typeface="Arial"/>
                <a:cs typeface="Arial"/>
              </a:defRPr>
            </a:pPr>
            <a:r>
              <a:rPr sz="1500" b="0">
                <a:solidFill>
                  <a:srgbClr val="5B7068"/>
                </a:solidFill>
                <a:latin typeface="Arial"/>
                <a:ea typeface="Arial"/>
                <a:cs typeface="Arial"/>
              </a:rPr>
              <a:t>Support / oppose / neutral</a:t>
            </a:r>
          </a:p>
        </p:txBody>
      </p:sp>
      <p:sp>
        <p:nvSpPr>
          <p:cNvPr id="19" name="">
            <a:extLst xmlns:a="http://schemas.openxmlformats.org/drawingml/2006/main">
              <a:ext uri="{FF2B5EF4-FFF2-40B4-BE49-F238E27FC236}">
                <a16:creationId xmlns:a16="http://schemas.microsoft.com/office/drawing/2014/main" id="{FFD4A035-E1DC-423A-A98B-013CAC58F45E}"/>
              </a:ext>
            </a:extLst>
          </p:cNvPr>
          <p:cNvSpPr>
            <a:spLocks xmlns:a="http://schemas.openxmlformats.org/drawingml/2006/main" noGrp="1"/>
          </p:cNvSpPr>
          <p:nvPr/>
        </p:nvSpPr>
        <p:spPr>
          <a:xfrm xmlns:a="http://schemas.openxmlformats.org/drawingml/2006/main">
            <a:off x="6448425" y="3943350"/>
            <a:ext cx="2667000" cy="1162050"/>
          </a:xfrm>
          <a:prstGeom xmlns:a="http://schemas.openxmlformats.org/drawingml/2006/main" prst="rect">
            <a:avLst/>
          </a:prstGeom>
          <a:solidFill xmlns:a="http://schemas.openxmlformats.org/drawingml/2006/main">
            <a:srgbClr val="E9E1ED"/>
          </a:solidFill>
          <a:ln xmlns:a="http://schemas.openxmlformats.org/drawingml/2006/main" w="0">
            <a:noFill/>
            <a:prstDash val="solid"/>
          </a:ln>
        </p:spPr>
      </p:sp>
      <p:sp>
        <p:nvSpPr>
          <p:cNvPr id="20" name="Topic reply">
            <a:extLst xmlns:a="http://schemas.openxmlformats.org/drawingml/2006/main">
              <a:ext uri="{FF2B5EF4-FFF2-40B4-BE49-F238E27FC236}">
                <a16:creationId xmlns:a16="http://schemas.microsoft.com/office/drawing/2014/main" id="{B87ABB72-8265-4840-AA5E-D4ED2CD89CB5}"/>
              </a:ext>
            </a:extLst>
          </p:cNvPr>
          <p:cNvSpPr>
            <a:spLocks xmlns:a="http://schemas.openxmlformats.org/drawingml/2006/main" noGrp="1"/>
          </p:cNvSpPr>
          <p:nvPr/>
        </p:nvSpPr>
        <p:spPr>
          <a:xfrm xmlns:a="http://schemas.openxmlformats.org/drawingml/2006/main">
            <a:off x="6619875" y="4105275"/>
            <a:ext cx="23241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93B34"/>
                </a:solidFill>
                <a:latin typeface="Arial"/>
                <a:ea typeface="Arial"/>
                <a:cs typeface="Arial"/>
              </a:defRPr>
            </a:defPPr>
            <a:lvl1pPr algn="l">
              <a:defRPr sz="1875" b="1">
                <a:solidFill>
                  <a:srgbClr val="193B34"/>
                </a:solidFill>
                <a:latin typeface="Arial"/>
                <a:ea typeface="Arial"/>
                <a:cs typeface="Arial"/>
              </a:defRPr>
            </a:lvl1pPr>
            <a:lvl2pPr algn="l">
              <a:defRPr sz="1875" b="1">
                <a:solidFill>
                  <a:srgbClr val="193B34"/>
                </a:solidFill>
                <a:latin typeface="Arial"/>
                <a:ea typeface="Arial"/>
                <a:cs typeface="Arial"/>
              </a:defRPr>
            </a:lvl2pPr>
            <a:lvl3pPr algn="l">
              <a:defRPr sz="1875" b="1">
                <a:solidFill>
                  <a:srgbClr val="193B34"/>
                </a:solidFill>
                <a:latin typeface="Arial"/>
                <a:ea typeface="Arial"/>
                <a:cs typeface="Arial"/>
              </a:defRPr>
            </a:lvl3pPr>
            <a:lvl4pPr algn="l">
              <a:defRPr sz="1875" b="1">
                <a:solidFill>
                  <a:srgbClr val="193B34"/>
                </a:solidFill>
                <a:latin typeface="Arial"/>
                <a:ea typeface="Arial"/>
                <a:cs typeface="Arial"/>
              </a:defRPr>
            </a:lvl4pPr>
            <a:lvl5pPr algn="l">
              <a:defRPr sz="1875" b="1">
                <a:solidFill>
                  <a:srgbClr val="193B34"/>
                </a:solidFill>
                <a:latin typeface="Arial"/>
                <a:ea typeface="Arial"/>
                <a:cs typeface="Arial"/>
              </a:defRPr>
            </a:lvl5pPr>
            <a:lvl6pPr algn="l">
              <a:defRPr sz="1875" b="1">
                <a:solidFill>
                  <a:srgbClr val="193B34"/>
                </a:solidFill>
                <a:latin typeface="Arial"/>
                <a:ea typeface="Arial"/>
                <a:cs typeface="Arial"/>
              </a:defRPr>
            </a:lvl6pPr>
            <a:lvl7pPr algn="l">
              <a:defRPr sz="1875" b="1">
                <a:solidFill>
                  <a:srgbClr val="193B34"/>
                </a:solidFill>
                <a:latin typeface="Arial"/>
                <a:ea typeface="Arial"/>
                <a:cs typeface="Arial"/>
              </a:defRPr>
            </a:lvl7pPr>
            <a:lvl8pPr algn="l">
              <a:defRPr sz="1875" b="1">
                <a:solidFill>
                  <a:srgbClr val="193B34"/>
                </a:solidFill>
                <a:latin typeface="Arial"/>
                <a:ea typeface="Arial"/>
                <a:cs typeface="Arial"/>
              </a:defRPr>
            </a:lvl8pPr>
            <a:lvl9pPr algn="l">
              <a:defRPr sz="1875" b="1">
                <a:solidFill>
                  <a:srgbClr val="193B34"/>
                </a:solidFill>
                <a:latin typeface="Arial"/>
                <a:ea typeface="Arial"/>
                <a:cs typeface="Arial"/>
              </a:defRPr>
            </a:lvl9pPr>
          </a:lstStyle>
          <a:p xmlns:a="http://schemas.openxmlformats.org/drawingml/2006/main">
            <a:pPr algn="l">
              <a:defRPr sz="1875" b="1">
                <a:solidFill>
                  <a:srgbClr val="193B34"/>
                </a:solidFill>
                <a:latin typeface="Arial"/>
                <a:ea typeface="Arial"/>
                <a:cs typeface="Arial"/>
              </a:defRPr>
            </a:pPr>
            <a:r>
              <a:rPr sz="1875" b="1">
                <a:solidFill>
                  <a:srgbClr val="193B34"/>
                </a:solidFill>
                <a:latin typeface="Arial"/>
                <a:ea typeface="Arial"/>
                <a:cs typeface="Arial"/>
              </a:rPr>
              <a:t>Topic reply</a:t>
            </a:r>
          </a:p>
        </p:txBody>
      </p:sp>
      <p:sp>
        <p:nvSpPr>
          <p:cNvPr id="21" name="Retrieve a prepared">
            <a:extLst xmlns:a="http://schemas.openxmlformats.org/drawingml/2006/main">
              <a:ext uri="{FF2B5EF4-FFF2-40B4-BE49-F238E27FC236}">
                <a16:creationId xmlns:a16="http://schemas.microsoft.com/office/drawing/2014/main" id="{DA3AE4CC-6766-44EF-AA61-0813D43B27E5}"/>
              </a:ext>
            </a:extLst>
          </p:cNvPr>
          <p:cNvSpPr>
            <a:spLocks xmlns:a="http://schemas.openxmlformats.org/drawingml/2006/main" noGrp="1"/>
          </p:cNvSpPr>
          <p:nvPr/>
        </p:nvSpPr>
        <p:spPr>
          <a:xfrm xmlns:a="http://schemas.openxmlformats.org/drawingml/2006/main">
            <a:off x="6619875" y="4486275"/>
            <a:ext cx="2324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B7068"/>
                </a:solidFill>
                <a:latin typeface="Arial"/>
                <a:ea typeface="Arial"/>
                <a:cs typeface="Arial"/>
              </a:defRPr>
            </a:defPPr>
            <a:lvl1pPr algn="l">
              <a:defRPr sz="1500" b="0">
                <a:solidFill>
                  <a:srgbClr val="5B7068"/>
                </a:solidFill>
                <a:latin typeface="Arial"/>
                <a:ea typeface="Arial"/>
                <a:cs typeface="Arial"/>
              </a:defRPr>
            </a:lvl1pPr>
            <a:lvl2pPr algn="l">
              <a:defRPr sz="1500" b="0">
                <a:solidFill>
                  <a:srgbClr val="5B7068"/>
                </a:solidFill>
                <a:latin typeface="Arial"/>
                <a:ea typeface="Arial"/>
                <a:cs typeface="Arial"/>
              </a:defRPr>
            </a:lvl2pPr>
            <a:lvl3pPr algn="l">
              <a:defRPr sz="1500" b="0">
                <a:solidFill>
                  <a:srgbClr val="5B7068"/>
                </a:solidFill>
                <a:latin typeface="Arial"/>
                <a:ea typeface="Arial"/>
                <a:cs typeface="Arial"/>
              </a:defRPr>
            </a:lvl3pPr>
            <a:lvl4pPr algn="l">
              <a:defRPr sz="1500" b="0">
                <a:solidFill>
                  <a:srgbClr val="5B7068"/>
                </a:solidFill>
                <a:latin typeface="Arial"/>
                <a:ea typeface="Arial"/>
                <a:cs typeface="Arial"/>
              </a:defRPr>
            </a:lvl4pPr>
            <a:lvl5pPr algn="l">
              <a:defRPr sz="1500" b="0">
                <a:solidFill>
                  <a:srgbClr val="5B7068"/>
                </a:solidFill>
                <a:latin typeface="Arial"/>
                <a:ea typeface="Arial"/>
                <a:cs typeface="Arial"/>
              </a:defRPr>
            </a:lvl5pPr>
            <a:lvl6pPr algn="l">
              <a:defRPr sz="1500" b="0">
                <a:solidFill>
                  <a:srgbClr val="5B7068"/>
                </a:solidFill>
                <a:latin typeface="Arial"/>
                <a:ea typeface="Arial"/>
                <a:cs typeface="Arial"/>
              </a:defRPr>
            </a:lvl6pPr>
            <a:lvl7pPr algn="l">
              <a:defRPr sz="1500" b="0">
                <a:solidFill>
                  <a:srgbClr val="5B7068"/>
                </a:solidFill>
                <a:latin typeface="Arial"/>
                <a:ea typeface="Arial"/>
                <a:cs typeface="Arial"/>
              </a:defRPr>
            </a:lvl7pPr>
            <a:lvl8pPr algn="l">
              <a:defRPr sz="1500" b="0">
                <a:solidFill>
                  <a:srgbClr val="5B7068"/>
                </a:solidFill>
                <a:latin typeface="Arial"/>
                <a:ea typeface="Arial"/>
                <a:cs typeface="Arial"/>
              </a:defRPr>
            </a:lvl8pPr>
            <a:lvl9pPr algn="l">
              <a:defRPr sz="1500" b="0">
                <a:solidFill>
                  <a:srgbClr val="5B7068"/>
                </a:solidFill>
                <a:latin typeface="Arial"/>
                <a:ea typeface="Arial"/>
                <a:cs typeface="Arial"/>
              </a:defRPr>
            </a:lvl9pPr>
          </a:lstStyle>
          <a:p xmlns:a="http://schemas.openxmlformats.org/drawingml/2006/main">
            <a:pPr algn="l">
              <a:defRPr sz="1500" b="0">
                <a:solidFill>
                  <a:srgbClr val="5B7068"/>
                </a:solidFill>
                <a:latin typeface="Arial"/>
                <a:ea typeface="Arial"/>
                <a:cs typeface="Arial"/>
              </a:defRPr>
            </a:pPr>
            <a:r>
              <a:rPr sz="1500" b="0">
                <a:solidFill>
                  <a:srgbClr val="5B7068"/>
                </a:solidFill>
                <a:latin typeface="Arial"/>
                <a:ea typeface="Arial"/>
                <a:cs typeface="Arial"/>
              </a:rPr>
              <a:t>Retrieve a prepared</a:t>
            </a:r>
          </a:p>
          <a:p xmlns:a="http://schemas.openxmlformats.org/drawingml/2006/main">
            <a:pPr algn="l">
              <a:defRPr sz="1500" b="0">
                <a:solidFill>
                  <a:srgbClr val="5B7068"/>
                </a:solidFill>
                <a:latin typeface="Arial"/>
                <a:ea typeface="Arial"/>
                <a:cs typeface="Arial"/>
              </a:defRPr>
            </a:pPr>
            <a:r>
              <a:rPr sz="1500" b="0">
                <a:solidFill>
                  <a:srgbClr val="5B7068"/>
                </a:solidFill>
                <a:latin typeface="Arial"/>
                <a:ea typeface="Arial"/>
                <a:cs typeface="Arial"/>
              </a:rPr>
              <a:t>partner perspective</a:t>
            </a:r>
          </a:p>
        </p:txBody>
      </p:sp>
      <p:sp>
        <p:nvSpPr>
          <p:cNvPr id="22" name="">
            <a:extLst xmlns:a="http://schemas.openxmlformats.org/drawingml/2006/main">
              <a:ext uri="{FF2B5EF4-FFF2-40B4-BE49-F238E27FC236}">
                <a16:creationId xmlns:a16="http://schemas.microsoft.com/office/drawing/2014/main" id="{B66B7DE8-03E6-4FC8-B9B6-D5CC3A6C6E2C}"/>
              </a:ext>
            </a:extLst>
          </p:cNvPr>
          <p:cNvSpPr>
            <a:spLocks xmlns:a="http://schemas.openxmlformats.org/drawingml/2006/main" noGrp="1"/>
          </p:cNvSpPr>
          <p:nvPr/>
        </p:nvSpPr>
        <p:spPr>
          <a:xfrm xmlns:a="http://schemas.openxmlformats.org/drawingml/2006/main">
            <a:off x="9715500" y="2962275"/>
            <a:ext cx="1943100" cy="1571625"/>
          </a:xfrm>
          <a:prstGeom xmlns:a="http://schemas.openxmlformats.org/drawingml/2006/main" prst="rect">
            <a:avLst/>
          </a:prstGeom>
          <a:solidFill xmlns:a="http://schemas.openxmlformats.org/drawingml/2006/main">
            <a:srgbClr val="C5DC9C"/>
          </a:solidFill>
          <a:ln xmlns:a="http://schemas.openxmlformats.org/drawingml/2006/main" w="0">
            <a:noFill/>
            <a:prstDash val="solid"/>
          </a:ln>
        </p:spPr>
      </p:sp>
      <p:sp>
        <p:nvSpPr>
          <p:cNvPr id="23" name="Session">
            <a:extLst xmlns:a="http://schemas.openxmlformats.org/drawingml/2006/main">
              <a:ext uri="{FF2B5EF4-FFF2-40B4-BE49-F238E27FC236}">
                <a16:creationId xmlns:a16="http://schemas.microsoft.com/office/drawing/2014/main" id="{AE3535AF-C0A7-450D-AECE-30A3D2520E12}"/>
              </a:ext>
            </a:extLst>
          </p:cNvPr>
          <p:cNvSpPr>
            <a:spLocks xmlns:a="http://schemas.openxmlformats.org/drawingml/2006/main" noGrp="1"/>
          </p:cNvSpPr>
          <p:nvPr/>
        </p:nvSpPr>
        <p:spPr>
          <a:xfrm xmlns:a="http://schemas.openxmlformats.org/drawingml/2006/main">
            <a:off x="9886950" y="3124200"/>
            <a:ext cx="1600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93B34"/>
                </a:solidFill>
                <a:latin typeface="Arial"/>
                <a:ea typeface="Arial"/>
                <a:cs typeface="Arial"/>
              </a:defRPr>
            </a:defPPr>
            <a:lvl1pPr algn="l">
              <a:defRPr sz="1875" b="1">
                <a:solidFill>
                  <a:srgbClr val="193B34"/>
                </a:solidFill>
                <a:latin typeface="Arial"/>
                <a:ea typeface="Arial"/>
                <a:cs typeface="Arial"/>
              </a:defRPr>
            </a:lvl1pPr>
            <a:lvl2pPr algn="l">
              <a:defRPr sz="1875" b="1">
                <a:solidFill>
                  <a:srgbClr val="193B34"/>
                </a:solidFill>
                <a:latin typeface="Arial"/>
                <a:ea typeface="Arial"/>
                <a:cs typeface="Arial"/>
              </a:defRPr>
            </a:lvl2pPr>
            <a:lvl3pPr algn="l">
              <a:defRPr sz="1875" b="1">
                <a:solidFill>
                  <a:srgbClr val="193B34"/>
                </a:solidFill>
                <a:latin typeface="Arial"/>
                <a:ea typeface="Arial"/>
                <a:cs typeface="Arial"/>
              </a:defRPr>
            </a:lvl3pPr>
            <a:lvl4pPr algn="l">
              <a:defRPr sz="1875" b="1">
                <a:solidFill>
                  <a:srgbClr val="193B34"/>
                </a:solidFill>
                <a:latin typeface="Arial"/>
                <a:ea typeface="Arial"/>
                <a:cs typeface="Arial"/>
              </a:defRPr>
            </a:lvl4pPr>
            <a:lvl5pPr algn="l">
              <a:defRPr sz="1875" b="1">
                <a:solidFill>
                  <a:srgbClr val="193B34"/>
                </a:solidFill>
                <a:latin typeface="Arial"/>
                <a:ea typeface="Arial"/>
                <a:cs typeface="Arial"/>
              </a:defRPr>
            </a:lvl5pPr>
            <a:lvl6pPr algn="l">
              <a:defRPr sz="1875" b="1">
                <a:solidFill>
                  <a:srgbClr val="193B34"/>
                </a:solidFill>
                <a:latin typeface="Arial"/>
                <a:ea typeface="Arial"/>
                <a:cs typeface="Arial"/>
              </a:defRPr>
            </a:lvl6pPr>
            <a:lvl7pPr algn="l">
              <a:defRPr sz="1875" b="1">
                <a:solidFill>
                  <a:srgbClr val="193B34"/>
                </a:solidFill>
                <a:latin typeface="Arial"/>
                <a:ea typeface="Arial"/>
                <a:cs typeface="Arial"/>
              </a:defRPr>
            </a:lvl7pPr>
            <a:lvl8pPr algn="l">
              <a:defRPr sz="1875" b="1">
                <a:solidFill>
                  <a:srgbClr val="193B34"/>
                </a:solidFill>
                <a:latin typeface="Arial"/>
                <a:ea typeface="Arial"/>
                <a:cs typeface="Arial"/>
              </a:defRPr>
            </a:lvl8pPr>
            <a:lvl9pPr algn="l">
              <a:defRPr sz="1875" b="1">
                <a:solidFill>
                  <a:srgbClr val="193B34"/>
                </a:solidFill>
                <a:latin typeface="Arial"/>
                <a:ea typeface="Arial"/>
                <a:cs typeface="Arial"/>
              </a:defRPr>
            </a:lvl9pPr>
          </a:lstStyle>
          <a:p xmlns:a="http://schemas.openxmlformats.org/drawingml/2006/main">
            <a:pPr algn="l">
              <a:defRPr sz="1875" b="1">
                <a:solidFill>
                  <a:srgbClr val="193B34"/>
                </a:solidFill>
                <a:latin typeface="Arial"/>
                <a:ea typeface="Arial"/>
                <a:cs typeface="Arial"/>
              </a:defRPr>
            </a:pPr>
            <a:r>
              <a:rPr sz="1875" b="1">
                <a:solidFill>
                  <a:srgbClr val="193B34"/>
                </a:solidFill>
                <a:latin typeface="Arial"/>
                <a:ea typeface="Arial"/>
                <a:cs typeface="Arial"/>
              </a:rPr>
              <a:t>Session</a:t>
            </a:r>
          </a:p>
        </p:txBody>
      </p:sp>
      <p:sp>
        <p:nvSpPr>
          <p:cNvPr id="24" name="Feedback + reply">
            <a:extLst xmlns:a="http://schemas.openxmlformats.org/drawingml/2006/main">
              <a:ext uri="{FF2B5EF4-FFF2-40B4-BE49-F238E27FC236}">
                <a16:creationId xmlns:a16="http://schemas.microsoft.com/office/drawing/2014/main" id="{992A0FCF-EB59-4E76-BB13-82240498E860}"/>
              </a:ext>
            </a:extLst>
          </p:cNvPr>
          <p:cNvSpPr>
            <a:spLocks xmlns:a="http://schemas.openxmlformats.org/drawingml/2006/main" noGrp="1"/>
          </p:cNvSpPr>
          <p:nvPr/>
        </p:nvSpPr>
        <p:spPr>
          <a:xfrm xmlns:a="http://schemas.openxmlformats.org/drawingml/2006/main">
            <a:off x="9886950" y="3505200"/>
            <a:ext cx="16002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B7068"/>
                </a:solidFill>
                <a:latin typeface="Arial"/>
                <a:ea typeface="Arial"/>
                <a:cs typeface="Arial"/>
              </a:defRPr>
            </a:defPPr>
            <a:lvl1pPr algn="l">
              <a:defRPr sz="1500" b="0">
                <a:solidFill>
                  <a:srgbClr val="5B7068"/>
                </a:solidFill>
                <a:latin typeface="Arial"/>
                <a:ea typeface="Arial"/>
                <a:cs typeface="Arial"/>
              </a:defRPr>
            </a:lvl1pPr>
            <a:lvl2pPr algn="l">
              <a:defRPr sz="1500" b="0">
                <a:solidFill>
                  <a:srgbClr val="5B7068"/>
                </a:solidFill>
                <a:latin typeface="Arial"/>
                <a:ea typeface="Arial"/>
                <a:cs typeface="Arial"/>
              </a:defRPr>
            </a:lvl2pPr>
            <a:lvl3pPr algn="l">
              <a:defRPr sz="1500" b="0">
                <a:solidFill>
                  <a:srgbClr val="5B7068"/>
                </a:solidFill>
                <a:latin typeface="Arial"/>
                <a:ea typeface="Arial"/>
                <a:cs typeface="Arial"/>
              </a:defRPr>
            </a:lvl3pPr>
            <a:lvl4pPr algn="l">
              <a:defRPr sz="1500" b="0">
                <a:solidFill>
                  <a:srgbClr val="5B7068"/>
                </a:solidFill>
                <a:latin typeface="Arial"/>
                <a:ea typeface="Arial"/>
                <a:cs typeface="Arial"/>
              </a:defRPr>
            </a:lvl4pPr>
            <a:lvl5pPr algn="l">
              <a:defRPr sz="1500" b="0">
                <a:solidFill>
                  <a:srgbClr val="5B7068"/>
                </a:solidFill>
                <a:latin typeface="Arial"/>
                <a:ea typeface="Arial"/>
                <a:cs typeface="Arial"/>
              </a:defRPr>
            </a:lvl5pPr>
            <a:lvl6pPr algn="l">
              <a:defRPr sz="1500" b="0">
                <a:solidFill>
                  <a:srgbClr val="5B7068"/>
                </a:solidFill>
                <a:latin typeface="Arial"/>
                <a:ea typeface="Arial"/>
                <a:cs typeface="Arial"/>
              </a:defRPr>
            </a:lvl6pPr>
            <a:lvl7pPr algn="l">
              <a:defRPr sz="1500" b="0">
                <a:solidFill>
                  <a:srgbClr val="5B7068"/>
                </a:solidFill>
                <a:latin typeface="Arial"/>
                <a:ea typeface="Arial"/>
                <a:cs typeface="Arial"/>
              </a:defRPr>
            </a:lvl7pPr>
            <a:lvl8pPr algn="l">
              <a:defRPr sz="1500" b="0">
                <a:solidFill>
                  <a:srgbClr val="5B7068"/>
                </a:solidFill>
                <a:latin typeface="Arial"/>
                <a:ea typeface="Arial"/>
                <a:cs typeface="Arial"/>
              </a:defRPr>
            </a:lvl8pPr>
            <a:lvl9pPr algn="l">
              <a:defRPr sz="1500" b="0">
                <a:solidFill>
                  <a:srgbClr val="5B7068"/>
                </a:solidFill>
                <a:latin typeface="Arial"/>
                <a:ea typeface="Arial"/>
                <a:cs typeface="Arial"/>
              </a:defRPr>
            </a:lvl9pPr>
          </a:lstStyle>
          <a:p xmlns:a="http://schemas.openxmlformats.org/drawingml/2006/main">
            <a:pPr algn="l">
              <a:defRPr sz="1500" b="0">
                <a:solidFill>
                  <a:srgbClr val="5B7068"/>
                </a:solidFill>
                <a:latin typeface="Arial"/>
                <a:ea typeface="Arial"/>
                <a:cs typeface="Arial"/>
              </a:defRPr>
            </a:pPr>
            <a:r>
              <a:rPr sz="1500" b="0">
                <a:solidFill>
                  <a:srgbClr val="5B7068"/>
                </a:solidFill>
                <a:latin typeface="Arial"/>
                <a:ea typeface="Arial"/>
                <a:cs typeface="Arial"/>
              </a:rPr>
              <a:t>Feedback + reply</a:t>
            </a:r>
          </a:p>
          <a:p xmlns:a="http://schemas.openxmlformats.org/drawingml/2006/main">
            <a:pPr algn="l">
              <a:defRPr sz="1500" b="0">
                <a:solidFill>
                  <a:srgbClr val="5B7068"/>
                </a:solidFill>
                <a:latin typeface="Arial"/>
                <a:ea typeface="Arial"/>
                <a:cs typeface="Arial"/>
              </a:defRPr>
            </a:pPr>
            <a:r>
              <a:rPr sz="1500" b="0">
                <a:solidFill>
                  <a:srgbClr val="5B7068"/>
                </a:solidFill>
                <a:latin typeface="Arial"/>
                <a:ea typeface="Arial"/>
                <a:cs typeface="Arial"/>
              </a:rPr>
              <a:t>Optional voice playback</a:t>
            </a:r>
          </a:p>
          <a:p xmlns:a="http://schemas.openxmlformats.org/drawingml/2006/main">
            <a:pPr algn="l">
              <a:defRPr sz="1500" b="0">
                <a:solidFill>
                  <a:srgbClr val="5B7068"/>
                </a:solidFill>
                <a:latin typeface="Arial"/>
                <a:ea typeface="Arial"/>
                <a:cs typeface="Arial"/>
              </a:defRPr>
            </a:pPr>
            <a:r>
              <a:rPr sz="1500" b="0">
                <a:solidFill>
                  <a:srgbClr val="5B7068"/>
                </a:solidFill>
                <a:latin typeface="Arial"/>
                <a:ea typeface="Arial"/>
                <a:cs typeface="Arial"/>
              </a:rPr>
              <a:t>Continue → recap</a:t>
            </a:r>
          </a:p>
        </p:txBody>
      </p:sp>
      <p:sp>
        <p:nvSpPr>
          <p:cNvPr id="31" name="">
            <a:extLst xmlns:a="http://schemas.openxmlformats.org/drawingml/2006/main">
              <a:ext uri="{FF2B5EF4-FFF2-40B4-BE49-F238E27FC236}">
                <a16:creationId xmlns:a16="http://schemas.microsoft.com/office/drawing/2014/main" id="{0E9D6B53-B6CB-4E5A-B448-55513D254F7F}"/>
              </a:ext>
            </a:extLst>
          </p:cNvPr>
          <p:cNvSpPr>
            <a:spLocks xmlns:a="http://schemas.openxmlformats.org/drawingml/2006/main" noGrp="1"/>
          </p:cNvSpPr>
          <p:nvPr/>
        </p:nvSpPr>
        <p:spPr>
          <a:xfrm xmlns:a="http://schemas.openxmlformats.org/drawingml/2006/main">
            <a:off x="533400" y="5457825"/>
            <a:ext cx="11125200" cy="9525"/>
          </a:xfrm>
          <a:prstGeom xmlns:a="http://schemas.openxmlformats.org/drawingml/2006/main" prst="rect">
            <a:avLst/>
          </a:prstGeom>
          <a:solidFill xmlns:a="http://schemas.openxmlformats.org/drawingml/2006/main">
            <a:srgbClr val="D4DED4"/>
          </a:solidFill>
          <a:ln xmlns:a="http://schemas.openxmlformats.org/drawingml/2006/main" w="0">
            <a:noFill/>
            <a:prstDash val="solid"/>
          </a:ln>
        </p:spPr>
      </p:sp>
      <p:sp>
        <p:nvSpPr>
          <p:cNvPr id="32" name="LANGUAGE SUPPORT">
            <a:extLst xmlns:a="http://schemas.openxmlformats.org/drawingml/2006/main">
              <a:ext uri="{FF2B5EF4-FFF2-40B4-BE49-F238E27FC236}">
                <a16:creationId xmlns:a16="http://schemas.microsoft.com/office/drawing/2014/main" id="{84CA92E4-0BE0-4975-A521-91D9E1A359F6}"/>
              </a:ext>
            </a:extLst>
          </p:cNvPr>
          <p:cNvSpPr>
            <a:spLocks xmlns:a="http://schemas.openxmlformats.org/drawingml/2006/main" noGrp="1"/>
          </p:cNvSpPr>
          <p:nvPr/>
        </p:nvSpPr>
        <p:spPr>
          <a:xfrm xmlns:a="http://schemas.openxmlformats.org/drawingml/2006/main">
            <a:off x="533400" y="56959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B7068"/>
                </a:solidFill>
                <a:latin typeface="Arial"/>
                <a:ea typeface="Arial"/>
                <a:cs typeface="Arial"/>
              </a:defRPr>
            </a:defPPr>
            <a:lvl1pPr algn="l">
              <a:defRPr sz="1275" b="1">
                <a:solidFill>
                  <a:srgbClr val="5B7068"/>
                </a:solidFill>
                <a:latin typeface="Arial"/>
                <a:ea typeface="Arial"/>
                <a:cs typeface="Arial"/>
              </a:defRPr>
            </a:lvl1pPr>
            <a:lvl2pPr algn="l">
              <a:defRPr sz="1275" b="1">
                <a:solidFill>
                  <a:srgbClr val="5B7068"/>
                </a:solidFill>
                <a:latin typeface="Arial"/>
                <a:ea typeface="Arial"/>
                <a:cs typeface="Arial"/>
              </a:defRPr>
            </a:lvl2pPr>
            <a:lvl3pPr algn="l">
              <a:defRPr sz="1275" b="1">
                <a:solidFill>
                  <a:srgbClr val="5B7068"/>
                </a:solidFill>
                <a:latin typeface="Arial"/>
                <a:ea typeface="Arial"/>
                <a:cs typeface="Arial"/>
              </a:defRPr>
            </a:lvl3pPr>
            <a:lvl4pPr algn="l">
              <a:defRPr sz="1275" b="1">
                <a:solidFill>
                  <a:srgbClr val="5B7068"/>
                </a:solidFill>
                <a:latin typeface="Arial"/>
                <a:ea typeface="Arial"/>
                <a:cs typeface="Arial"/>
              </a:defRPr>
            </a:lvl4pPr>
            <a:lvl5pPr algn="l">
              <a:defRPr sz="1275" b="1">
                <a:solidFill>
                  <a:srgbClr val="5B7068"/>
                </a:solidFill>
                <a:latin typeface="Arial"/>
                <a:ea typeface="Arial"/>
                <a:cs typeface="Arial"/>
              </a:defRPr>
            </a:lvl5pPr>
            <a:lvl6pPr algn="l">
              <a:defRPr sz="1275" b="1">
                <a:solidFill>
                  <a:srgbClr val="5B7068"/>
                </a:solidFill>
                <a:latin typeface="Arial"/>
                <a:ea typeface="Arial"/>
                <a:cs typeface="Arial"/>
              </a:defRPr>
            </a:lvl6pPr>
            <a:lvl7pPr algn="l">
              <a:defRPr sz="1275" b="1">
                <a:solidFill>
                  <a:srgbClr val="5B7068"/>
                </a:solidFill>
                <a:latin typeface="Arial"/>
                <a:ea typeface="Arial"/>
                <a:cs typeface="Arial"/>
              </a:defRPr>
            </a:lvl7pPr>
            <a:lvl8pPr algn="l">
              <a:defRPr sz="1275" b="1">
                <a:solidFill>
                  <a:srgbClr val="5B7068"/>
                </a:solidFill>
                <a:latin typeface="Arial"/>
                <a:ea typeface="Arial"/>
                <a:cs typeface="Arial"/>
              </a:defRPr>
            </a:lvl8pPr>
            <a:lvl9pPr algn="l">
              <a:defRPr sz="1275" b="1">
                <a:solidFill>
                  <a:srgbClr val="5B7068"/>
                </a:solidFill>
                <a:latin typeface="Arial"/>
                <a:ea typeface="Arial"/>
                <a:cs typeface="Arial"/>
              </a:defRPr>
            </a:lvl9pPr>
          </a:lstStyle>
          <a:p xmlns:a="http://schemas.openxmlformats.org/drawingml/2006/main">
            <a:pPr algn="l">
              <a:defRPr sz="1275" b="1">
                <a:solidFill>
                  <a:srgbClr val="5B7068"/>
                </a:solidFill>
                <a:latin typeface="Arial"/>
                <a:ea typeface="Arial"/>
                <a:cs typeface="Arial"/>
              </a:defRPr>
            </a:pPr>
            <a:r>
              <a:rPr sz="1275" b="1">
                <a:solidFill>
                  <a:srgbClr val="5B7068"/>
                </a:solidFill>
                <a:latin typeface="Arial"/>
                <a:ea typeface="Arial"/>
                <a:cs typeface="Arial"/>
              </a:rPr>
              <a:t>LANGUAGE SUPPORT</a:t>
            </a:r>
          </a:p>
        </p:txBody>
      </p:sp>
      <p:sp>
        <p:nvSpPr>
          <p:cNvPr id="33" name="Hindi / Hinglish speech is transcribed; review it in English">
            <a:extLst xmlns:a="http://schemas.openxmlformats.org/drawingml/2006/main">
              <a:ext uri="{FF2B5EF4-FFF2-40B4-BE49-F238E27FC236}">
                <a16:creationId xmlns:a16="http://schemas.microsoft.com/office/drawing/2014/main" id="{98AC70C6-01D5-43DA-AD0A-E54256915C7A}"/>
              </a:ext>
            </a:extLst>
          </p:cNvPr>
          <p:cNvSpPr>
            <a:spLocks xmlns:a="http://schemas.openxmlformats.org/drawingml/2006/main" noGrp="1"/>
          </p:cNvSpPr>
          <p:nvPr/>
        </p:nvSpPr>
        <p:spPr>
          <a:xfrm xmlns:a="http://schemas.openxmlformats.org/drawingml/2006/main">
            <a:off x="3667125" y="5638800"/>
            <a:ext cx="79914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93B34"/>
                </a:solidFill>
                <a:latin typeface="Arial"/>
                <a:ea typeface="Arial"/>
                <a:cs typeface="Arial"/>
              </a:defRPr>
            </a:defPPr>
            <a:lvl1pPr algn="l">
              <a:defRPr sz="1725" b="0">
                <a:solidFill>
                  <a:srgbClr val="193B34"/>
                </a:solidFill>
                <a:latin typeface="Arial"/>
                <a:ea typeface="Arial"/>
                <a:cs typeface="Arial"/>
              </a:defRPr>
            </a:lvl1pPr>
            <a:lvl2pPr algn="l">
              <a:defRPr sz="1725" b="0">
                <a:solidFill>
                  <a:srgbClr val="193B34"/>
                </a:solidFill>
                <a:latin typeface="Arial"/>
                <a:ea typeface="Arial"/>
                <a:cs typeface="Arial"/>
              </a:defRPr>
            </a:lvl2pPr>
            <a:lvl3pPr algn="l">
              <a:defRPr sz="1725" b="0">
                <a:solidFill>
                  <a:srgbClr val="193B34"/>
                </a:solidFill>
                <a:latin typeface="Arial"/>
                <a:ea typeface="Arial"/>
                <a:cs typeface="Arial"/>
              </a:defRPr>
            </a:lvl3pPr>
            <a:lvl4pPr algn="l">
              <a:defRPr sz="1725" b="0">
                <a:solidFill>
                  <a:srgbClr val="193B34"/>
                </a:solidFill>
                <a:latin typeface="Arial"/>
                <a:ea typeface="Arial"/>
                <a:cs typeface="Arial"/>
              </a:defRPr>
            </a:lvl4pPr>
            <a:lvl5pPr algn="l">
              <a:defRPr sz="1725" b="0">
                <a:solidFill>
                  <a:srgbClr val="193B34"/>
                </a:solidFill>
                <a:latin typeface="Arial"/>
                <a:ea typeface="Arial"/>
                <a:cs typeface="Arial"/>
              </a:defRPr>
            </a:lvl5pPr>
            <a:lvl6pPr algn="l">
              <a:defRPr sz="1725" b="0">
                <a:solidFill>
                  <a:srgbClr val="193B34"/>
                </a:solidFill>
                <a:latin typeface="Arial"/>
                <a:ea typeface="Arial"/>
                <a:cs typeface="Arial"/>
              </a:defRPr>
            </a:lvl6pPr>
            <a:lvl7pPr algn="l">
              <a:defRPr sz="1725" b="0">
                <a:solidFill>
                  <a:srgbClr val="193B34"/>
                </a:solidFill>
                <a:latin typeface="Arial"/>
                <a:ea typeface="Arial"/>
                <a:cs typeface="Arial"/>
              </a:defRPr>
            </a:lvl7pPr>
            <a:lvl8pPr algn="l">
              <a:defRPr sz="1725" b="0">
                <a:solidFill>
                  <a:srgbClr val="193B34"/>
                </a:solidFill>
                <a:latin typeface="Arial"/>
                <a:ea typeface="Arial"/>
                <a:cs typeface="Arial"/>
              </a:defRPr>
            </a:lvl8pPr>
            <a:lvl9pPr algn="l">
              <a:defRPr sz="1725" b="0">
                <a:solidFill>
                  <a:srgbClr val="193B34"/>
                </a:solidFill>
                <a:latin typeface="Arial"/>
                <a:ea typeface="Arial"/>
                <a:cs typeface="Arial"/>
              </a:defRPr>
            </a:lvl9pPr>
          </a:lstStyle>
          <a:p xmlns:a="http://schemas.openxmlformats.org/drawingml/2006/main">
            <a:pPr algn="l">
              <a:defRPr sz="1725" b="0">
                <a:solidFill>
                  <a:srgbClr val="193B34"/>
                </a:solidFill>
                <a:latin typeface="Arial"/>
                <a:ea typeface="Arial"/>
                <a:cs typeface="Arial"/>
              </a:defRPr>
            </a:pPr>
            <a:r>
              <a:rPr sz="1725" b="0">
                <a:solidFill>
                  <a:srgbClr val="193B34"/>
                </a:solidFill>
                <a:latin typeface="Arial"/>
                <a:ea typeface="Arial"/>
                <a:cs typeface="Arial"/>
              </a:rPr>
              <a:t>Hindi / Hinglish speech is transcribed; review it in English before stance analysis.</a:t>
            </a:r>
          </a:p>
        </p:txBody>
      </p:sp>
    </p:spTree>
    <p:extLst>
      <p:ext uri="{BB962C8B-B14F-4D97-AF65-F5344CB8AC3E}">
        <p14:creationId xmlns:p14="http://schemas.microsoft.com/office/powerpoint/2010/main" val="225576750"/>
      </p:ext>
    </p:extLst>
  </p:cSld>
</p:sld>
</file>

<file path=ppt/slides/slide5.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cxnSp>
        <p:nvCxnSpPr>
          <p:cNvPr id="28" name="">
            <a:extLst xmlns:a="http://schemas.openxmlformats.org/drawingml/2006/main">
              <a:ext uri="{FF2B5EF4-FFF2-40B4-BE49-F238E27FC236}">
                <a16:creationId xmlns:a16="http://schemas.microsoft.com/office/drawing/2014/main" id="{A31FA14D-F3D2-428E-AEB6-87FE013A8D98}"/>
              </a:ext>
            </a:extLst>
          </p:cNvPr>
          <p:cNvCxnSpPr>
            <a:stCxn xmlns:a="http://schemas.openxmlformats.org/drawingml/2006/main" id="20" idx="3"/>
            <a:endCxn xmlns:a="http://schemas.openxmlformats.org/drawingml/2006/main" id="23" idx="1"/>
          </p:cNvCxnSpPr>
          <p:nvPr/>
        </p:nvCxnSpPr>
        <p:spPr>
          <a:xfrm xmlns:a="http://schemas.openxmlformats.org/drawingml/2006/main">
            <a:off x="8743950" y="4957763"/>
            <a:ext cx="533400" cy="0"/>
          </a:xfrm>
          <a:prstGeom xmlns:a="http://schemas.openxmlformats.org/drawingml/2006/main" prst="straightConnector1">
            <a:avLst/>
          </a:prstGeom>
          <a:ln xmlns:a="http://schemas.openxmlformats.org/drawingml/2006/main" w="19050">
            <a:solidFill>
              <a:srgbClr val="5B7068"/>
            </a:solidFill>
            <a:prstDash val="solid"/>
            <a:tailEnd type="triangle" w="med" len="med"/>
          </a:ln>
        </p:spPr>
      </p:cxnSp>
      <p:cxnSp>
        <p:nvCxnSpPr>
          <p:cNvPr id="27" name="">
            <a:extLst xmlns:a="http://schemas.openxmlformats.org/drawingml/2006/main">
              <a:ext uri="{FF2B5EF4-FFF2-40B4-BE49-F238E27FC236}">
                <a16:creationId xmlns:a16="http://schemas.microsoft.com/office/drawing/2014/main" id="{166AF32E-7869-44B9-BF57-4B035165733B}"/>
              </a:ext>
            </a:extLst>
          </p:cNvPr>
          <p:cNvCxnSpPr>
            <a:stCxn xmlns:a="http://schemas.openxmlformats.org/drawingml/2006/main" id="17" idx="3"/>
            <a:endCxn xmlns:a="http://schemas.openxmlformats.org/drawingml/2006/main" id="20" idx="1"/>
          </p:cNvCxnSpPr>
          <p:nvPr/>
        </p:nvCxnSpPr>
        <p:spPr>
          <a:xfrm xmlns:a="http://schemas.openxmlformats.org/drawingml/2006/main">
            <a:off x="5829300" y="4957763"/>
            <a:ext cx="533400" cy="0"/>
          </a:xfrm>
          <a:prstGeom xmlns:a="http://schemas.openxmlformats.org/drawingml/2006/main" prst="straightConnector1">
            <a:avLst/>
          </a:prstGeom>
          <a:ln xmlns:a="http://schemas.openxmlformats.org/drawingml/2006/main" w="19050">
            <a:solidFill>
              <a:srgbClr val="5B7068"/>
            </a:solidFill>
            <a:prstDash val="solid"/>
            <a:tailEnd type="triangle" w="med" len="med"/>
          </a:ln>
        </p:spPr>
      </p:cxnSp>
      <p:cxnSp>
        <p:nvCxnSpPr>
          <p:cNvPr id="26" name="">
            <a:extLst xmlns:a="http://schemas.openxmlformats.org/drawingml/2006/main">
              <a:ext uri="{FF2B5EF4-FFF2-40B4-BE49-F238E27FC236}">
                <a16:creationId xmlns:a16="http://schemas.microsoft.com/office/drawing/2014/main" id="{65ADC8FE-B06A-4006-9379-AFFA758269D8}"/>
              </a:ext>
            </a:extLst>
          </p:cNvPr>
          <p:cNvCxnSpPr>
            <a:stCxn xmlns:a="http://schemas.openxmlformats.org/drawingml/2006/main" id="14" idx="3"/>
            <a:endCxn xmlns:a="http://schemas.openxmlformats.org/drawingml/2006/main" id="17" idx="1"/>
          </p:cNvCxnSpPr>
          <p:nvPr/>
        </p:nvCxnSpPr>
        <p:spPr>
          <a:xfrm xmlns:a="http://schemas.openxmlformats.org/drawingml/2006/main">
            <a:off x="2914650" y="4957763"/>
            <a:ext cx="533400" cy="0"/>
          </a:xfrm>
          <a:prstGeom xmlns:a="http://schemas.openxmlformats.org/drawingml/2006/main" prst="straightConnector1">
            <a:avLst/>
          </a:prstGeom>
          <a:ln xmlns:a="http://schemas.openxmlformats.org/drawingml/2006/main" w="19050">
            <a:solidFill>
              <a:srgbClr val="5B7068"/>
            </a:solidFill>
            <a:prstDash val="solid"/>
            <a:tailEnd type="triangle" w="med" len="med"/>
          </a:ln>
        </p:spPr>
      </p:cxnSp>
      <p:sp>
        <p:nvSpPr>
          <p:cNvPr id="30" name="ML TRAINING">
            <a:extLst xmlns:a="http://schemas.openxmlformats.org/drawingml/2006/main">
              <a:ext uri="{FF2B5EF4-FFF2-40B4-BE49-F238E27FC236}">
                <a16:creationId xmlns:a16="http://schemas.microsoft.com/office/drawing/2014/main" id="{149E546F-C772-46E5-89F6-A162CD335BF8}"/>
              </a:ext>
            </a:extLst>
          </p:cNvPr>
          <p:cNvSpPr>
            <a:spLocks xmlns:a="http://schemas.openxmlformats.org/drawingml/2006/main" noGrp="1"/>
          </p:cNvSpPr>
          <p:nvPr/>
        </p:nvSpPr>
        <p:spPr>
          <a:xfrm xmlns:a="http://schemas.openxmlformats.org/drawingml/2006/main">
            <a:off x="533400" y="34290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5B7068"/>
                </a:solidFill>
                <a:latin typeface="Arial"/>
                <a:ea typeface="Arial"/>
                <a:cs typeface="Arial"/>
              </a:defRPr>
            </a:defPPr>
            <a:lvl1pPr algn="l">
              <a:defRPr sz="1200" b="1">
                <a:solidFill>
                  <a:srgbClr val="5B7068"/>
                </a:solidFill>
                <a:latin typeface="Arial"/>
                <a:ea typeface="Arial"/>
                <a:cs typeface="Arial"/>
              </a:defRPr>
            </a:lvl1pPr>
            <a:lvl2pPr algn="l">
              <a:defRPr sz="1200" b="1">
                <a:solidFill>
                  <a:srgbClr val="5B7068"/>
                </a:solidFill>
                <a:latin typeface="Arial"/>
                <a:ea typeface="Arial"/>
                <a:cs typeface="Arial"/>
              </a:defRPr>
            </a:lvl2pPr>
            <a:lvl3pPr algn="l">
              <a:defRPr sz="1200" b="1">
                <a:solidFill>
                  <a:srgbClr val="5B7068"/>
                </a:solidFill>
                <a:latin typeface="Arial"/>
                <a:ea typeface="Arial"/>
                <a:cs typeface="Arial"/>
              </a:defRPr>
            </a:lvl3pPr>
            <a:lvl4pPr algn="l">
              <a:defRPr sz="1200" b="1">
                <a:solidFill>
                  <a:srgbClr val="5B7068"/>
                </a:solidFill>
                <a:latin typeface="Arial"/>
                <a:ea typeface="Arial"/>
                <a:cs typeface="Arial"/>
              </a:defRPr>
            </a:lvl4pPr>
            <a:lvl5pPr algn="l">
              <a:defRPr sz="1200" b="1">
                <a:solidFill>
                  <a:srgbClr val="5B7068"/>
                </a:solidFill>
                <a:latin typeface="Arial"/>
                <a:ea typeface="Arial"/>
                <a:cs typeface="Arial"/>
              </a:defRPr>
            </a:lvl5pPr>
            <a:lvl6pPr algn="l">
              <a:defRPr sz="1200" b="1">
                <a:solidFill>
                  <a:srgbClr val="5B7068"/>
                </a:solidFill>
                <a:latin typeface="Arial"/>
                <a:ea typeface="Arial"/>
                <a:cs typeface="Arial"/>
              </a:defRPr>
            </a:lvl6pPr>
            <a:lvl7pPr algn="l">
              <a:defRPr sz="1200" b="1">
                <a:solidFill>
                  <a:srgbClr val="5B7068"/>
                </a:solidFill>
                <a:latin typeface="Arial"/>
                <a:ea typeface="Arial"/>
                <a:cs typeface="Arial"/>
              </a:defRPr>
            </a:lvl7pPr>
            <a:lvl8pPr algn="l">
              <a:defRPr sz="1200" b="1">
                <a:solidFill>
                  <a:srgbClr val="5B7068"/>
                </a:solidFill>
                <a:latin typeface="Arial"/>
                <a:ea typeface="Arial"/>
                <a:cs typeface="Arial"/>
              </a:defRPr>
            </a:lvl8pPr>
            <a:lvl9pPr algn="l">
              <a:defRPr sz="1200" b="1">
                <a:solidFill>
                  <a:srgbClr val="5B7068"/>
                </a:solidFill>
                <a:latin typeface="Arial"/>
                <a:ea typeface="Arial"/>
                <a:cs typeface="Arial"/>
              </a:defRPr>
            </a:lvl9pPr>
          </a:lstStyle>
          <a:p xmlns:a="http://schemas.openxmlformats.org/drawingml/2006/main">
            <a:pPr algn="l">
              <a:defRPr sz="1200" b="1">
                <a:solidFill>
                  <a:srgbClr val="5B7068"/>
                </a:solidFill>
                <a:latin typeface="Arial"/>
                <a:ea typeface="Arial"/>
                <a:cs typeface="Arial"/>
              </a:defRPr>
            </a:pPr>
            <a:r>
              <a:rPr sz="1200" b="1">
                <a:solidFill>
                  <a:srgbClr val="5B7068"/>
                </a:solidFill>
                <a:latin typeface="Arial"/>
                <a:ea typeface="Arial"/>
                <a:cs typeface="Arial"/>
              </a:rPr>
              <a:t>ML TRAINING</a:t>
            </a:r>
          </a:p>
        </p:txBody>
      </p:sp>
      <p:sp>
        <p:nvSpPr>
          <p:cNvPr id="2" name="Training the stance classifier">
            <a:extLst xmlns:a="http://schemas.openxmlformats.org/drawingml/2006/main">
              <a:ext uri="{FF2B5EF4-FFF2-40B4-BE49-F238E27FC236}">
                <a16:creationId xmlns:a16="http://schemas.microsoft.com/office/drawing/2014/main" id="{064610B2-2357-4A20-97D9-51BE530D30BD}"/>
              </a:ext>
            </a:extLst>
          </p:cNvPr>
          <p:cNvSpPr>
            <a:spLocks xmlns:a="http://schemas.openxmlformats.org/drawingml/2006/main" noGrp="1"/>
          </p:cNvSpPr>
          <p:nvPr/>
        </p:nvSpPr>
        <p:spPr>
          <a:xfrm xmlns:a="http://schemas.openxmlformats.org/drawingml/2006/main">
            <a:off x="533400" y="762000"/>
            <a:ext cx="11125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B34"/>
                </a:solidFill>
                <a:latin typeface="Arial"/>
                <a:ea typeface="Arial"/>
                <a:cs typeface="Arial"/>
              </a:defRPr>
            </a:defPPr>
            <a:lvl1pPr algn="l">
              <a:defRPr sz="3300" b="1">
                <a:solidFill>
                  <a:srgbClr val="193B34"/>
                </a:solidFill>
                <a:latin typeface="Arial"/>
                <a:ea typeface="Arial"/>
                <a:cs typeface="Arial"/>
              </a:defRPr>
            </a:lvl1pPr>
            <a:lvl2pPr algn="l">
              <a:defRPr sz="3300" b="1">
                <a:solidFill>
                  <a:srgbClr val="193B34"/>
                </a:solidFill>
                <a:latin typeface="Arial"/>
                <a:ea typeface="Arial"/>
                <a:cs typeface="Arial"/>
              </a:defRPr>
            </a:lvl2pPr>
            <a:lvl3pPr algn="l">
              <a:defRPr sz="3300" b="1">
                <a:solidFill>
                  <a:srgbClr val="193B34"/>
                </a:solidFill>
                <a:latin typeface="Arial"/>
                <a:ea typeface="Arial"/>
                <a:cs typeface="Arial"/>
              </a:defRPr>
            </a:lvl3pPr>
            <a:lvl4pPr algn="l">
              <a:defRPr sz="3300" b="1">
                <a:solidFill>
                  <a:srgbClr val="193B34"/>
                </a:solidFill>
                <a:latin typeface="Arial"/>
                <a:ea typeface="Arial"/>
                <a:cs typeface="Arial"/>
              </a:defRPr>
            </a:lvl4pPr>
            <a:lvl5pPr algn="l">
              <a:defRPr sz="3300" b="1">
                <a:solidFill>
                  <a:srgbClr val="193B34"/>
                </a:solidFill>
                <a:latin typeface="Arial"/>
                <a:ea typeface="Arial"/>
                <a:cs typeface="Arial"/>
              </a:defRPr>
            </a:lvl5pPr>
            <a:lvl6pPr algn="l">
              <a:defRPr sz="3300" b="1">
                <a:solidFill>
                  <a:srgbClr val="193B34"/>
                </a:solidFill>
                <a:latin typeface="Arial"/>
                <a:ea typeface="Arial"/>
                <a:cs typeface="Arial"/>
              </a:defRPr>
            </a:lvl6pPr>
            <a:lvl7pPr algn="l">
              <a:defRPr sz="3300" b="1">
                <a:solidFill>
                  <a:srgbClr val="193B34"/>
                </a:solidFill>
                <a:latin typeface="Arial"/>
                <a:ea typeface="Arial"/>
                <a:cs typeface="Arial"/>
              </a:defRPr>
            </a:lvl7pPr>
            <a:lvl8pPr algn="l">
              <a:defRPr sz="3300" b="1">
                <a:solidFill>
                  <a:srgbClr val="193B34"/>
                </a:solidFill>
                <a:latin typeface="Arial"/>
                <a:ea typeface="Arial"/>
                <a:cs typeface="Arial"/>
              </a:defRPr>
            </a:lvl8pPr>
            <a:lvl9pPr algn="l">
              <a:defRPr sz="3300" b="1">
                <a:solidFill>
                  <a:srgbClr val="193B34"/>
                </a:solidFill>
                <a:latin typeface="Arial"/>
                <a:ea typeface="Arial"/>
                <a:cs typeface="Arial"/>
              </a:defRPr>
            </a:lvl9pPr>
          </a:lstStyle>
          <a:p xmlns:a="http://schemas.openxmlformats.org/drawingml/2006/main">
            <a:pPr algn="l">
              <a:defRPr sz="3300" b="1">
                <a:solidFill>
                  <a:srgbClr val="193B34"/>
                </a:solidFill>
                <a:latin typeface="Arial"/>
                <a:ea typeface="Arial"/>
                <a:cs typeface="Arial"/>
              </a:defRPr>
            </a:pPr>
            <a:r>
              <a:rPr sz="3300" b="1">
                <a:solidFill>
                  <a:srgbClr val="193B34"/>
                </a:solidFill>
                <a:latin typeface="Arial"/>
                <a:ea typeface="Arial"/>
                <a:cs typeface="Arial"/>
              </a:rPr>
              <a:t>Training the stance classifier</a:t>
            </a:r>
          </a:p>
        </p:txBody>
      </p:sp>
      <p:sp>
        <p:nvSpPr>
          <p:cNvPr id="3" name="Three labels: support, oppose and neutral — relative to the ">
            <a:extLst xmlns:a="http://schemas.openxmlformats.org/drawingml/2006/main">
              <a:ext uri="{FF2B5EF4-FFF2-40B4-BE49-F238E27FC236}">
                <a16:creationId xmlns:a16="http://schemas.microsoft.com/office/drawing/2014/main" id="{0A8569E1-E4CF-4864-AD96-A0D5130A0C7C}"/>
              </a:ext>
            </a:extLst>
          </p:cNvPr>
          <p:cNvSpPr>
            <a:spLocks xmlns:a="http://schemas.openxmlformats.org/drawingml/2006/main" noGrp="1"/>
          </p:cNvSpPr>
          <p:nvPr/>
        </p:nvSpPr>
        <p:spPr>
          <a:xfrm xmlns:a="http://schemas.openxmlformats.org/drawingml/2006/main">
            <a:off x="533400" y="1381125"/>
            <a:ext cx="11125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B7068"/>
                </a:solidFill>
                <a:latin typeface="Arial"/>
                <a:ea typeface="Arial"/>
                <a:cs typeface="Arial"/>
              </a:defRPr>
            </a:defPPr>
            <a:lvl1pPr algn="l">
              <a:defRPr sz="1725" b="0">
                <a:solidFill>
                  <a:srgbClr val="5B7068"/>
                </a:solidFill>
                <a:latin typeface="Arial"/>
                <a:ea typeface="Arial"/>
                <a:cs typeface="Arial"/>
              </a:defRPr>
            </a:lvl1pPr>
            <a:lvl2pPr algn="l">
              <a:defRPr sz="1725" b="0">
                <a:solidFill>
                  <a:srgbClr val="5B7068"/>
                </a:solidFill>
                <a:latin typeface="Arial"/>
                <a:ea typeface="Arial"/>
                <a:cs typeface="Arial"/>
              </a:defRPr>
            </a:lvl2pPr>
            <a:lvl3pPr algn="l">
              <a:defRPr sz="1725" b="0">
                <a:solidFill>
                  <a:srgbClr val="5B7068"/>
                </a:solidFill>
                <a:latin typeface="Arial"/>
                <a:ea typeface="Arial"/>
                <a:cs typeface="Arial"/>
              </a:defRPr>
            </a:lvl3pPr>
            <a:lvl4pPr algn="l">
              <a:defRPr sz="1725" b="0">
                <a:solidFill>
                  <a:srgbClr val="5B7068"/>
                </a:solidFill>
                <a:latin typeface="Arial"/>
                <a:ea typeface="Arial"/>
                <a:cs typeface="Arial"/>
              </a:defRPr>
            </a:lvl4pPr>
            <a:lvl5pPr algn="l">
              <a:defRPr sz="1725" b="0">
                <a:solidFill>
                  <a:srgbClr val="5B7068"/>
                </a:solidFill>
                <a:latin typeface="Arial"/>
                <a:ea typeface="Arial"/>
                <a:cs typeface="Arial"/>
              </a:defRPr>
            </a:lvl5pPr>
            <a:lvl6pPr algn="l">
              <a:defRPr sz="1725" b="0">
                <a:solidFill>
                  <a:srgbClr val="5B7068"/>
                </a:solidFill>
                <a:latin typeface="Arial"/>
                <a:ea typeface="Arial"/>
                <a:cs typeface="Arial"/>
              </a:defRPr>
            </a:lvl6pPr>
            <a:lvl7pPr algn="l">
              <a:defRPr sz="1725" b="0">
                <a:solidFill>
                  <a:srgbClr val="5B7068"/>
                </a:solidFill>
                <a:latin typeface="Arial"/>
                <a:ea typeface="Arial"/>
                <a:cs typeface="Arial"/>
              </a:defRPr>
            </a:lvl7pPr>
            <a:lvl8pPr algn="l">
              <a:defRPr sz="1725" b="0">
                <a:solidFill>
                  <a:srgbClr val="5B7068"/>
                </a:solidFill>
                <a:latin typeface="Arial"/>
                <a:ea typeface="Arial"/>
                <a:cs typeface="Arial"/>
              </a:defRPr>
            </a:lvl8pPr>
            <a:lvl9pPr algn="l">
              <a:defRPr sz="1725" b="0">
                <a:solidFill>
                  <a:srgbClr val="5B7068"/>
                </a:solidFill>
                <a:latin typeface="Arial"/>
                <a:ea typeface="Arial"/>
                <a:cs typeface="Arial"/>
              </a:defRPr>
            </a:lvl9pPr>
          </a:lstStyle>
          <a:p xmlns:a="http://schemas.openxmlformats.org/drawingml/2006/main">
            <a:pPr algn="l">
              <a:defRPr sz="1725" b="0">
                <a:solidFill>
                  <a:srgbClr val="5B7068"/>
                </a:solidFill>
                <a:latin typeface="Arial"/>
                <a:ea typeface="Arial"/>
                <a:cs typeface="Arial"/>
              </a:defRPr>
            </a:pPr>
            <a:r>
              <a:rPr sz="1725" b="0">
                <a:solidFill>
                  <a:srgbClr val="5B7068"/>
                </a:solidFill>
                <a:latin typeface="Arial"/>
                <a:ea typeface="Arial"/>
                <a:cs typeface="Arial"/>
              </a:rPr>
              <a:t>Three labels: support, oppose and neutral — relative to the topic proposition.</a:t>
            </a:r>
          </a:p>
        </p:txBody>
      </p:sp>
      <p:sp>
        <p:nvSpPr>
          <p:cNvPr id="4" name="">
            <a:extLst xmlns:a="http://schemas.openxmlformats.org/drawingml/2006/main">
              <a:ext uri="{FF2B5EF4-FFF2-40B4-BE49-F238E27FC236}">
                <a16:creationId xmlns:a16="http://schemas.microsoft.com/office/drawing/2014/main" id="{9D39F32D-9767-45E2-A8EE-9B4AC6089E48}"/>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D4DED4"/>
          </a:solidFill>
          <a:ln xmlns:a="http://schemas.openxmlformats.org/drawingml/2006/main" w="0">
            <a:noFill/>
            <a:prstDash val="solid"/>
          </a:ln>
        </p:spPr>
      </p:sp>
      <p:sp>
        <p:nvSpPr>
          <p:cNvPr id="5" name="GD ARENA  /  ML TRAINING PROJECT">
            <a:extLst xmlns:a="http://schemas.openxmlformats.org/drawingml/2006/main">
              <a:ext uri="{FF2B5EF4-FFF2-40B4-BE49-F238E27FC236}">
                <a16:creationId xmlns:a16="http://schemas.microsoft.com/office/drawing/2014/main" id="{726631ED-88CE-4170-AEC8-E667152562B9}"/>
              </a:ext>
            </a:extLst>
          </p:cNvPr>
          <p:cNvSpPr>
            <a:spLocks xmlns:a="http://schemas.openxmlformats.org/drawingml/2006/main" noGrp="1"/>
          </p:cNvSpPr>
          <p:nvPr/>
        </p:nvSpPr>
        <p:spPr>
          <a:xfrm xmlns:a="http://schemas.openxmlformats.org/drawingml/2006/main">
            <a:off x="533400" y="6553200"/>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1">
                <a:solidFill>
                  <a:srgbClr val="5B7068"/>
                </a:solidFill>
                <a:latin typeface="Arial"/>
                <a:ea typeface="Arial"/>
                <a:cs typeface="Arial"/>
              </a:defRPr>
            </a:defPPr>
            <a:lvl1pPr algn="l">
              <a:defRPr sz="975" b="1">
                <a:solidFill>
                  <a:srgbClr val="5B7068"/>
                </a:solidFill>
                <a:latin typeface="Arial"/>
                <a:ea typeface="Arial"/>
                <a:cs typeface="Arial"/>
              </a:defRPr>
            </a:lvl1pPr>
            <a:lvl2pPr algn="l">
              <a:defRPr sz="975" b="1">
                <a:solidFill>
                  <a:srgbClr val="5B7068"/>
                </a:solidFill>
                <a:latin typeface="Arial"/>
                <a:ea typeface="Arial"/>
                <a:cs typeface="Arial"/>
              </a:defRPr>
            </a:lvl2pPr>
            <a:lvl3pPr algn="l">
              <a:defRPr sz="975" b="1">
                <a:solidFill>
                  <a:srgbClr val="5B7068"/>
                </a:solidFill>
                <a:latin typeface="Arial"/>
                <a:ea typeface="Arial"/>
                <a:cs typeface="Arial"/>
              </a:defRPr>
            </a:lvl3pPr>
            <a:lvl4pPr algn="l">
              <a:defRPr sz="975" b="1">
                <a:solidFill>
                  <a:srgbClr val="5B7068"/>
                </a:solidFill>
                <a:latin typeface="Arial"/>
                <a:ea typeface="Arial"/>
                <a:cs typeface="Arial"/>
              </a:defRPr>
            </a:lvl4pPr>
            <a:lvl5pPr algn="l">
              <a:defRPr sz="975" b="1">
                <a:solidFill>
                  <a:srgbClr val="5B7068"/>
                </a:solidFill>
                <a:latin typeface="Arial"/>
                <a:ea typeface="Arial"/>
                <a:cs typeface="Arial"/>
              </a:defRPr>
            </a:lvl5pPr>
            <a:lvl6pPr algn="l">
              <a:defRPr sz="975" b="1">
                <a:solidFill>
                  <a:srgbClr val="5B7068"/>
                </a:solidFill>
                <a:latin typeface="Arial"/>
                <a:ea typeface="Arial"/>
                <a:cs typeface="Arial"/>
              </a:defRPr>
            </a:lvl6pPr>
            <a:lvl7pPr algn="l">
              <a:defRPr sz="975" b="1">
                <a:solidFill>
                  <a:srgbClr val="5B7068"/>
                </a:solidFill>
                <a:latin typeface="Arial"/>
                <a:ea typeface="Arial"/>
                <a:cs typeface="Arial"/>
              </a:defRPr>
            </a:lvl7pPr>
            <a:lvl8pPr algn="l">
              <a:defRPr sz="975" b="1">
                <a:solidFill>
                  <a:srgbClr val="5B7068"/>
                </a:solidFill>
                <a:latin typeface="Arial"/>
                <a:ea typeface="Arial"/>
                <a:cs typeface="Arial"/>
              </a:defRPr>
            </a:lvl8pPr>
            <a:lvl9pPr algn="l">
              <a:defRPr sz="975" b="1">
                <a:solidFill>
                  <a:srgbClr val="5B7068"/>
                </a:solidFill>
                <a:latin typeface="Arial"/>
                <a:ea typeface="Arial"/>
                <a:cs typeface="Arial"/>
              </a:defRPr>
            </a:lvl9pPr>
          </a:lstStyle>
          <a:p xmlns:a="http://schemas.openxmlformats.org/drawingml/2006/main">
            <a:pPr algn="l">
              <a:defRPr sz="975" b="1">
                <a:solidFill>
                  <a:srgbClr val="5B7068"/>
                </a:solidFill>
                <a:latin typeface="Arial"/>
                <a:ea typeface="Arial"/>
                <a:cs typeface="Arial"/>
              </a:defRPr>
            </a:pPr>
            <a:r>
              <a:rPr sz="975" b="1">
                <a:solidFill>
                  <a:srgbClr val="5B7068"/>
                </a:solidFill>
                <a:latin typeface="Arial"/>
                <a:ea typeface="Arial"/>
                <a:cs typeface="Arial"/>
              </a:rPr>
              <a:t>GD ARENA  /  ML TRAINING PROJECT</a:t>
            </a:r>
          </a:p>
        </p:txBody>
      </p:sp>
      <p:sp>
        <p:nvSpPr>
          <p:cNvPr id="6" name="05 / 07">
            <a:extLst xmlns:a="http://schemas.openxmlformats.org/drawingml/2006/main">
              <a:ext uri="{FF2B5EF4-FFF2-40B4-BE49-F238E27FC236}">
                <a16:creationId xmlns:a16="http://schemas.microsoft.com/office/drawing/2014/main" id="{E434EC8A-8371-4172-89A1-C445177D0C3F}"/>
              </a:ext>
            </a:extLst>
          </p:cNvPr>
          <p:cNvSpPr>
            <a:spLocks xmlns:a="http://schemas.openxmlformats.org/drawingml/2006/main" noGrp="1"/>
          </p:cNvSpPr>
          <p:nvPr/>
        </p:nvSpPr>
        <p:spPr>
          <a:xfrm xmlns:a="http://schemas.openxmlformats.org/drawingml/2006/main">
            <a:off x="10648950" y="6534150"/>
            <a:ext cx="1009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B7068"/>
                </a:solidFill>
                <a:latin typeface="Arial"/>
                <a:ea typeface="Arial"/>
                <a:cs typeface="Arial"/>
              </a:defRPr>
            </a:defPPr>
            <a:lvl1pPr algn="r">
              <a:defRPr sz="1200" b="0">
                <a:solidFill>
                  <a:srgbClr val="5B7068"/>
                </a:solidFill>
                <a:latin typeface="Arial"/>
                <a:ea typeface="Arial"/>
                <a:cs typeface="Arial"/>
              </a:defRPr>
            </a:lvl1pPr>
            <a:lvl2pPr algn="r">
              <a:defRPr sz="1200" b="0">
                <a:solidFill>
                  <a:srgbClr val="5B7068"/>
                </a:solidFill>
                <a:latin typeface="Arial"/>
                <a:ea typeface="Arial"/>
                <a:cs typeface="Arial"/>
              </a:defRPr>
            </a:lvl2pPr>
            <a:lvl3pPr algn="r">
              <a:defRPr sz="1200" b="0">
                <a:solidFill>
                  <a:srgbClr val="5B7068"/>
                </a:solidFill>
                <a:latin typeface="Arial"/>
                <a:ea typeface="Arial"/>
                <a:cs typeface="Arial"/>
              </a:defRPr>
            </a:lvl3pPr>
            <a:lvl4pPr algn="r">
              <a:defRPr sz="1200" b="0">
                <a:solidFill>
                  <a:srgbClr val="5B7068"/>
                </a:solidFill>
                <a:latin typeface="Arial"/>
                <a:ea typeface="Arial"/>
                <a:cs typeface="Arial"/>
              </a:defRPr>
            </a:lvl4pPr>
            <a:lvl5pPr algn="r">
              <a:defRPr sz="1200" b="0">
                <a:solidFill>
                  <a:srgbClr val="5B7068"/>
                </a:solidFill>
                <a:latin typeface="Arial"/>
                <a:ea typeface="Arial"/>
                <a:cs typeface="Arial"/>
              </a:defRPr>
            </a:lvl5pPr>
            <a:lvl6pPr algn="r">
              <a:defRPr sz="1200" b="0">
                <a:solidFill>
                  <a:srgbClr val="5B7068"/>
                </a:solidFill>
                <a:latin typeface="Arial"/>
                <a:ea typeface="Arial"/>
                <a:cs typeface="Arial"/>
              </a:defRPr>
            </a:lvl6pPr>
            <a:lvl7pPr algn="r">
              <a:defRPr sz="1200" b="0">
                <a:solidFill>
                  <a:srgbClr val="5B7068"/>
                </a:solidFill>
                <a:latin typeface="Arial"/>
                <a:ea typeface="Arial"/>
                <a:cs typeface="Arial"/>
              </a:defRPr>
            </a:lvl7pPr>
            <a:lvl8pPr algn="r">
              <a:defRPr sz="1200" b="0">
                <a:solidFill>
                  <a:srgbClr val="5B7068"/>
                </a:solidFill>
                <a:latin typeface="Arial"/>
                <a:ea typeface="Arial"/>
                <a:cs typeface="Arial"/>
              </a:defRPr>
            </a:lvl8pPr>
            <a:lvl9pPr algn="r">
              <a:defRPr sz="1200" b="0">
                <a:solidFill>
                  <a:srgbClr val="5B7068"/>
                </a:solidFill>
                <a:latin typeface="Arial"/>
                <a:ea typeface="Arial"/>
                <a:cs typeface="Arial"/>
              </a:defRPr>
            </a:lvl9pPr>
          </a:lstStyle>
          <a:p xmlns:a="http://schemas.openxmlformats.org/drawingml/2006/main">
            <a:pPr algn="r">
              <a:defRPr sz="1200" b="0">
                <a:solidFill>
                  <a:srgbClr val="5B7068"/>
                </a:solidFill>
                <a:latin typeface="Arial"/>
                <a:ea typeface="Arial"/>
                <a:cs typeface="Arial"/>
              </a:defRPr>
            </a:pPr>
            <a:r>
              <a:rPr sz="1200" b="0">
                <a:solidFill>
                  <a:srgbClr val="5B7068"/>
                </a:solidFill>
                <a:latin typeface="Arial"/>
                <a:ea typeface="Arial"/>
                <a:cs typeface="Arial"/>
              </a:rPr>
              <a:t>05 / 07</a:t>
            </a:r>
          </a:p>
        </p:txBody>
      </p:sp>
      <p:sp>
        <p:nvSpPr>
          <p:cNvPr id="7" name="11,484">
            <a:extLst xmlns:a="http://schemas.openxmlformats.org/drawingml/2006/main">
              <a:ext uri="{FF2B5EF4-FFF2-40B4-BE49-F238E27FC236}">
                <a16:creationId xmlns:a16="http://schemas.microsoft.com/office/drawing/2014/main" id="{51EFAE3B-4299-4CEB-A960-898074367BBC}"/>
              </a:ext>
            </a:extLst>
          </p:cNvPr>
          <p:cNvSpPr>
            <a:spLocks xmlns:a="http://schemas.openxmlformats.org/drawingml/2006/main" noGrp="1"/>
          </p:cNvSpPr>
          <p:nvPr/>
        </p:nvSpPr>
        <p:spPr>
          <a:xfrm xmlns:a="http://schemas.openxmlformats.org/drawingml/2006/main">
            <a:off x="533400" y="1924050"/>
            <a:ext cx="490537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550" b="1">
                <a:solidFill>
                  <a:srgbClr val="193B34"/>
                </a:solidFill>
                <a:latin typeface="Arial"/>
                <a:ea typeface="Arial"/>
                <a:cs typeface="Arial"/>
              </a:defRPr>
            </a:defPPr>
            <a:lvl1pPr algn="l">
              <a:defRPr sz="5550" b="1">
                <a:solidFill>
                  <a:srgbClr val="193B34"/>
                </a:solidFill>
                <a:latin typeface="Arial"/>
                <a:ea typeface="Arial"/>
                <a:cs typeface="Arial"/>
              </a:defRPr>
            </a:lvl1pPr>
            <a:lvl2pPr algn="l">
              <a:defRPr sz="5550" b="1">
                <a:solidFill>
                  <a:srgbClr val="193B34"/>
                </a:solidFill>
                <a:latin typeface="Arial"/>
                <a:ea typeface="Arial"/>
                <a:cs typeface="Arial"/>
              </a:defRPr>
            </a:lvl2pPr>
            <a:lvl3pPr algn="l">
              <a:defRPr sz="5550" b="1">
                <a:solidFill>
                  <a:srgbClr val="193B34"/>
                </a:solidFill>
                <a:latin typeface="Arial"/>
                <a:ea typeface="Arial"/>
                <a:cs typeface="Arial"/>
              </a:defRPr>
            </a:lvl3pPr>
            <a:lvl4pPr algn="l">
              <a:defRPr sz="5550" b="1">
                <a:solidFill>
                  <a:srgbClr val="193B34"/>
                </a:solidFill>
                <a:latin typeface="Arial"/>
                <a:ea typeface="Arial"/>
                <a:cs typeface="Arial"/>
              </a:defRPr>
            </a:lvl4pPr>
            <a:lvl5pPr algn="l">
              <a:defRPr sz="5550" b="1">
                <a:solidFill>
                  <a:srgbClr val="193B34"/>
                </a:solidFill>
                <a:latin typeface="Arial"/>
                <a:ea typeface="Arial"/>
                <a:cs typeface="Arial"/>
              </a:defRPr>
            </a:lvl5pPr>
            <a:lvl6pPr algn="l">
              <a:defRPr sz="5550" b="1">
                <a:solidFill>
                  <a:srgbClr val="193B34"/>
                </a:solidFill>
                <a:latin typeface="Arial"/>
                <a:ea typeface="Arial"/>
                <a:cs typeface="Arial"/>
              </a:defRPr>
            </a:lvl6pPr>
            <a:lvl7pPr algn="l">
              <a:defRPr sz="5550" b="1">
                <a:solidFill>
                  <a:srgbClr val="193B34"/>
                </a:solidFill>
                <a:latin typeface="Arial"/>
                <a:ea typeface="Arial"/>
                <a:cs typeface="Arial"/>
              </a:defRPr>
            </a:lvl7pPr>
            <a:lvl8pPr algn="l">
              <a:defRPr sz="5550" b="1">
                <a:solidFill>
                  <a:srgbClr val="193B34"/>
                </a:solidFill>
                <a:latin typeface="Arial"/>
                <a:ea typeface="Arial"/>
                <a:cs typeface="Arial"/>
              </a:defRPr>
            </a:lvl8pPr>
            <a:lvl9pPr algn="l">
              <a:defRPr sz="5550" b="1">
                <a:solidFill>
                  <a:srgbClr val="193B34"/>
                </a:solidFill>
                <a:latin typeface="Arial"/>
                <a:ea typeface="Arial"/>
                <a:cs typeface="Arial"/>
              </a:defRPr>
            </a:lvl9pPr>
          </a:lstStyle>
          <a:p xmlns:a="http://schemas.openxmlformats.org/drawingml/2006/main">
            <a:pPr algn="l">
              <a:defRPr sz="5550" b="1">
                <a:solidFill>
                  <a:srgbClr val="193B34"/>
                </a:solidFill>
                <a:latin typeface="Arial"/>
                <a:ea typeface="Arial"/>
                <a:cs typeface="Arial"/>
              </a:defRPr>
            </a:pPr>
            <a:r>
              <a:rPr sz="5550" b="1">
                <a:solidFill>
                  <a:srgbClr val="193B34"/>
                </a:solidFill>
                <a:latin typeface="Arial"/>
                <a:ea typeface="Arial"/>
                <a:cs typeface="Arial"/>
              </a:rPr>
              <a:t>11,484</a:t>
            </a:r>
          </a:p>
        </p:txBody>
      </p:sp>
      <p:sp>
        <p:nvSpPr>
          <p:cNvPr id="8" name="training examples">
            <a:extLst xmlns:a="http://schemas.openxmlformats.org/drawingml/2006/main">
              <a:ext uri="{FF2B5EF4-FFF2-40B4-BE49-F238E27FC236}">
                <a16:creationId xmlns:a16="http://schemas.microsoft.com/office/drawing/2014/main" id="{0B4000B2-6773-4284-B084-B44E45BBC00A}"/>
              </a:ext>
            </a:extLst>
          </p:cNvPr>
          <p:cNvSpPr>
            <a:spLocks xmlns:a="http://schemas.openxmlformats.org/drawingml/2006/main" noGrp="1"/>
          </p:cNvSpPr>
          <p:nvPr/>
        </p:nvSpPr>
        <p:spPr>
          <a:xfrm xmlns:a="http://schemas.openxmlformats.org/drawingml/2006/main">
            <a:off x="581025" y="285750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93B34"/>
                </a:solidFill>
                <a:latin typeface="Arial"/>
                <a:ea typeface="Arial"/>
                <a:cs typeface="Arial"/>
              </a:defRPr>
            </a:defPPr>
            <a:lvl1pPr algn="l">
              <a:defRPr sz="2175" b="1">
                <a:solidFill>
                  <a:srgbClr val="193B34"/>
                </a:solidFill>
                <a:latin typeface="Arial"/>
                <a:ea typeface="Arial"/>
                <a:cs typeface="Arial"/>
              </a:defRPr>
            </a:lvl1pPr>
            <a:lvl2pPr algn="l">
              <a:defRPr sz="2175" b="1">
                <a:solidFill>
                  <a:srgbClr val="193B34"/>
                </a:solidFill>
                <a:latin typeface="Arial"/>
                <a:ea typeface="Arial"/>
                <a:cs typeface="Arial"/>
              </a:defRPr>
            </a:lvl2pPr>
            <a:lvl3pPr algn="l">
              <a:defRPr sz="2175" b="1">
                <a:solidFill>
                  <a:srgbClr val="193B34"/>
                </a:solidFill>
                <a:latin typeface="Arial"/>
                <a:ea typeface="Arial"/>
                <a:cs typeface="Arial"/>
              </a:defRPr>
            </a:lvl3pPr>
            <a:lvl4pPr algn="l">
              <a:defRPr sz="2175" b="1">
                <a:solidFill>
                  <a:srgbClr val="193B34"/>
                </a:solidFill>
                <a:latin typeface="Arial"/>
                <a:ea typeface="Arial"/>
                <a:cs typeface="Arial"/>
              </a:defRPr>
            </a:lvl4pPr>
            <a:lvl5pPr algn="l">
              <a:defRPr sz="2175" b="1">
                <a:solidFill>
                  <a:srgbClr val="193B34"/>
                </a:solidFill>
                <a:latin typeface="Arial"/>
                <a:ea typeface="Arial"/>
                <a:cs typeface="Arial"/>
              </a:defRPr>
            </a:lvl5pPr>
            <a:lvl6pPr algn="l">
              <a:defRPr sz="2175" b="1">
                <a:solidFill>
                  <a:srgbClr val="193B34"/>
                </a:solidFill>
                <a:latin typeface="Arial"/>
                <a:ea typeface="Arial"/>
                <a:cs typeface="Arial"/>
              </a:defRPr>
            </a:lvl6pPr>
            <a:lvl7pPr algn="l">
              <a:defRPr sz="2175" b="1">
                <a:solidFill>
                  <a:srgbClr val="193B34"/>
                </a:solidFill>
                <a:latin typeface="Arial"/>
                <a:ea typeface="Arial"/>
                <a:cs typeface="Arial"/>
              </a:defRPr>
            </a:lvl7pPr>
            <a:lvl8pPr algn="l">
              <a:defRPr sz="2175" b="1">
                <a:solidFill>
                  <a:srgbClr val="193B34"/>
                </a:solidFill>
                <a:latin typeface="Arial"/>
                <a:ea typeface="Arial"/>
                <a:cs typeface="Arial"/>
              </a:defRPr>
            </a:lvl8pPr>
            <a:lvl9pPr algn="l">
              <a:defRPr sz="2175" b="1">
                <a:solidFill>
                  <a:srgbClr val="193B34"/>
                </a:solidFill>
                <a:latin typeface="Arial"/>
                <a:ea typeface="Arial"/>
                <a:cs typeface="Arial"/>
              </a:defRPr>
            </a:lvl9pPr>
          </a:lstStyle>
          <a:p xmlns:a="http://schemas.openxmlformats.org/drawingml/2006/main">
            <a:pPr algn="l">
              <a:defRPr sz="2175" b="1">
                <a:solidFill>
                  <a:srgbClr val="193B34"/>
                </a:solidFill>
                <a:latin typeface="Arial"/>
                <a:ea typeface="Arial"/>
                <a:cs typeface="Arial"/>
              </a:defRPr>
            </a:pPr>
            <a:r>
              <a:rPr sz="2175" b="1">
                <a:solidFill>
                  <a:srgbClr val="193B34"/>
                </a:solidFill>
                <a:latin typeface="Arial"/>
                <a:ea typeface="Arial"/>
                <a:cs typeface="Arial"/>
              </a:rPr>
              <a:t>training examples</a:t>
            </a:r>
          </a:p>
        </p:txBody>
      </p:sp>
      <p:sp>
        <p:nvSpPr>
          <p:cNvPr id="9" name="11,304 cleaned VAST examples">
            <a:extLst xmlns:a="http://schemas.openxmlformats.org/drawingml/2006/main">
              <a:ext uri="{FF2B5EF4-FFF2-40B4-BE49-F238E27FC236}">
                <a16:creationId xmlns:a16="http://schemas.microsoft.com/office/drawing/2014/main" id="{656CADC8-1993-483E-8C9A-E1EFBA86FB3A}"/>
              </a:ext>
            </a:extLst>
          </p:cNvPr>
          <p:cNvSpPr>
            <a:spLocks xmlns:a="http://schemas.openxmlformats.org/drawingml/2006/main" noGrp="1"/>
          </p:cNvSpPr>
          <p:nvPr/>
        </p:nvSpPr>
        <p:spPr>
          <a:xfrm xmlns:a="http://schemas.openxmlformats.org/drawingml/2006/main">
            <a:off x="581025" y="3371850"/>
            <a:ext cx="4762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B7068"/>
                </a:solidFill>
                <a:latin typeface="Arial"/>
                <a:ea typeface="Arial"/>
                <a:cs typeface="Arial"/>
              </a:defRPr>
            </a:defPPr>
            <a:lvl1pPr algn="l">
              <a:defRPr sz="2025" b="0">
                <a:solidFill>
                  <a:srgbClr val="5B7068"/>
                </a:solidFill>
                <a:latin typeface="Arial"/>
                <a:ea typeface="Arial"/>
                <a:cs typeface="Arial"/>
              </a:defRPr>
            </a:lvl1pPr>
            <a:lvl2pPr algn="l">
              <a:defRPr sz="2025" b="0">
                <a:solidFill>
                  <a:srgbClr val="5B7068"/>
                </a:solidFill>
                <a:latin typeface="Arial"/>
                <a:ea typeface="Arial"/>
                <a:cs typeface="Arial"/>
              </a:defRPr>
            </a:lvl2pPr>
            <a:lvl3pPr algn="l">
              <a:defRPr sz="2025" b="0">
                <a:solidFill>
                  <a:srgbClr val="5B7068"/>
                </a:solidFill>
                <a:latin typeface="Arial"/>
                <a:ea typeface="Arial"/>
                <a:cs typeface="Arial"/>
              </a:defRPr>
            </a:lvl3pPr>
            <a:lvl4pPr algn="l">
              <a:defRPr sz="2025" b="0">
                <a:solidFill>
                  <a:srgbClr val="5B7068"/>
                </a:solidFill>
                <a:latin typeface="Arial"/>
                <a:ea typeface="Arial"/>
                <a:cs typeface="Arial"/>
              </a:defRPr>
            </a:lvl4pPr>
            <a:lvl5pPr algn="l">
              <a:defRPr sz="2025" b="0">
                <a:solidFill>
                  <a:srgbClr val="5B7068"/>
                </a:solidFill>
                <a:latin typeface="Arial"/>
                <a:ea typeface="Arial"/>
                <a:cs typeface="Arial"/>
              </a:defRPr>
            </a:lvl5pPr>
            <a:lvl6pPr algn="l">
              <a:defRPr sz="2025" b="0">
                <a:solidFill>
                  <a:srgbClr val="5B7068"/>
                </a:solidFill>
                <a:latin typeface="Arial"/>
                <a:ea typeface="Arial"/>
                <a:cs typeface="Arial"/>
              </a:defRPr>
            </a:lvl6pPr>
            <a:lvl7pPr algn="l">
              <a:defRPr sz="2025" b="0">
                <a:solidFill>
                  <a:srgbClr val="5B7068"/>
                </a:solidFill>
                <a:latin typeface="Arial"/>
                <a:ea typeface="Arial"/>
                <a:cs typeface="Arial"/>
              </a:defRPr>
            </a:lvl7pPr>
            <a:lvl8pPr algn="l">
              <a:defRPr sz="2025" b="0">
                <a:solidFill>
                  <a:srgbClr val="5B7068"/>
                </a:solidFill>
                <a:latin typeface="Arial"/>
                <a:ea typeface="Arial"/>
                <a:cs typeface="Arial"/>
              </a:defRPr>
            </a:lvl8pPr>
            <a:lvl9pPr algn="l">
              <a:defRPr sz="2025" b="0">
                <a:solidFill>
                  <a:srgbClr val="5B7068"/>
                </a:solidFill>
                <a:latin typeface="Arial"/>
                <a:ea typeface="Arial"/>
                <a:cs typeface="Arial"/>
              </a:defRPr>
            </a:lvl9pPr>
          </a:lstStyle>
          <a:p xmlns:a="http://schemas.openxmlformats.org/drawingml/2006/main">
            <a:pPr algn="l">
              <a:defRPr sz="2025" b="0">
                <a:solidFill>
                  <a:srgbClr val="5B7068"/>
                </a:solidFill>
                <a:latin typeface="Arial"/>
                <a:ea typeface="Arial"/>
                <a:cs typeface="Arial"/>
              </a:defRPr>
            </a:pPr>
            <a:r>
              <a:rPr sz="2025" b="0">
                <a:solidFill>
                  <a:srgbClr val="5B7068"/>
                </a:solidFill>
                <a:latin typeface="Arial"/>
                <a:ea typeface="Arial"/>
                <a:cs typeface="Arial"/>
              </a:rPr>
              <a:t>11,304 cleaned VAST examples</a:t>
            </a:r>
          </a:p>
          <a:p xmlns:a="http://schemas.openxmlformats.org/drawingml/2006/main">
            <a:pPr algn="l">
              <a:defRPr sz="2025" b="0">
                <a:solidFill>
                  <a:srgbClr val="5B7068"/>
                </a:solidFill>
                <a:latin typeface="Arial"/>
                <a:ea typeface="Arial"/>
                <a:cs typeface="Arial"/>
              </a:defRPr>
            </a:pPr>
            <a:r>
              <a:rPr sz="2025" b="0">
                <a:solidFill>
                  <a:srgbClr val="5B7068"/>
                </a:solidFill>
                <a:latin typeface="Arial"/>
                <a:ea typeface="Arial"/>
                <a:cs typeface="Arial"/>
              </a:rPr>
              <a:t>+ 180 authored GD examples</a:t>
            </a:r>
          </a:p>
        </p:txBody>
      </p:sp>
      <p:sp>
        <p:nvSpPr>
          <p:cNvPr id="10" name="AUTHORED GD DATASET">
            <a:extLst xmlns:a="http://schemas.openxmlformats.org/drawingml/2006/main">
              <a:ext uri="{FF2B5EF4-FFF2-40B4-BE49-F238E27FC236}">
                <a16:creationId xmlns:a16="http://schemas.microsoft.com/office/drawing/2014/main" id="{3DC04094-7514-4098-B289-163482B7E25E}"/>
              </a:ext>
            </a:extLst>
          </p:cNvPr>
          <p:cNvSpPr>
            <a:spLocks xmlns:a="http://schemas.openxmlformats.org/drawingml/2006/main" noGrp="1"/>
          </p:cNvSpPr>
          <p:nvPr/>
        </p:nvSpPr>
        <p:spPr>
          <a:xfrm xmlns:a="http://schemas.openxmlformats.org/drawingml/2006/main">
            <a:off x="6477000" y="20193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B7068"/>
                </a:solidFill>
                <a:latin typeface="Arial"/>
                <a:ea typeface="Arial"/>
                <a:cs typeface="Arial"/>
              </a:defRPr>
            </a:defPPr>
            <a:lvl1pPr algn="l">
              <a:defRPr sz="1275" b="1">
                <a:solidFill>
                  <a:srgbClr val="5B7068"/>
                </a:solidFill>
                <a:latin typeface="Arial"/>
                <a:ea typeface="Arial"/>
                <a:cs typeface="Arial"/>
              </a:defRPr>
            </a:lvl1pPr>
            <a:lvl2pPr algn="l">
              <a:defRPr sz="1275" b="1">
                <a:solidFill>
                  <a:srgbClr val="5B7068"/>
                </a:solidFill>
                <a:latin typeface="Arial"/>
                <a:ea typeface="Arial"/>
                <a:cs typeface="Arial"/>
              </a:defRPr>
            </a:lvl2pPr>
            <a:lvl3pPr algn="l">
              <a:defRPr sz="1275" b="1">
                <a:solidFill>
                  <a:srgbClr val="5B7068"/>
                </a:solidFill>
                <a:latin typeface="Arial"/>
                <a:ea typeface="Arial"/>
                <a:cs typeface="Arial"/>
              </a:defRPr>
            </a:lvl3pPr>
            <a:lvl4pPr algn="l">
              <a:defRPr sz="1275" b="1">
                <a:solidFill>
                  <a:srgbClr val="5B7068"/>
                </a:solidFill>
                <a:latin typeface="Arial"/>
                <a:ea typeface="Arial"/>
                <a:cs typeface="Arial"/>
              </a:defRPr>
            </a:lvl4pPr>
            <a:lvl5pPr algn="l">
              <a:defRPr sz="1275" b="1">
                <a:solidFill>
                  <a:srgbClr val="5B7068"/>
                </a:solidFill>
                <a:latin typeface="Arial"/>
                <a:ea typeface="Arial"/>
                <a:cs typeface="Arial"/>
              </a:defRPr>
            </a:lvl5pPr>
            <a:lvl6pPr algn="l">
              <a:defRPr sz="1275" b="1">
                <a:solidFill>
                  <a:srgbClr val="5B7068"/>
                </a:solidFill>
                <a:latin typeface="Arial"/>
                <a:ea typeface="Arial"/>
                <a:cs typeface="Arial"/>
              </a:defRPr>
            </a:lvl6pPr>
            <a:lvl7pPr algn="l">
              <a:defRPr sz="1275" b="1">
                <a:solidFill>
                  <a:srgbClr val="5B7068"/>
                </a:solidFill>
                <a:latin typeface="Arial"/>
                <a:ea typeface="Arial"/>
                <a:cs typeface="Arial"/>
              </a:defRPr>
            </a:lvl7pPr>
            <a:lvl8pPr algn="l">
              <a:defRPr sz="1275" b="1">
                <a:solidFill>
                  <a:srgbClr val="5B7068"/>
                </a:solidFill>
                <a:latin typeface="Arial"/>
                <a:ea typeface="Arial"/>
                <a:cs typeface="Arial"/>
              </a:defRPr>
            </a:lvl8pPr>
            <a:lvl9pPr algn="l">
              <a:defRPr sz="1275" b="1">
                <a:solidFill>
                  <a:srgbClr val="5B7068"/>
                </a:solidFill>
                <a:latin typeface="Arial"/>
                <a:ea typeface="Arial"/>
                <a:cs typeface="Arial"/>
              </a:defRPr>
            </a:lvl9pPr>
          </a:lstStyle>
          <a:p xmlns:a="http://schemas.openxmlformats.org/drawingml/2006/main">
            <a:pPr algn="l">
              <a:defRPr sz="1275" b="1">
                <a:solidFill>
                  <a:srgbClr val="5B7068"/>
                </a:solidFill>
                <a:latin typeface="Arial"/>
                <a:ea typeface="Arial"/>
                <a:cs typeface="Arial"/>
              </a:defRPr>
            </a:pPr>
            <a:r>
              <a:rPr sz="1275" b="1">
                <a:solidFill>
                  <a:srgbClr val="5B7068"/>
                </a:solidFill>
                <a:latin typeface="Arial"/>
                <a:ea typeface="Arial"/>
                <a:cs typeface="Arial"/>
              </a:rPr>
              <a:t>AUTHORED GD DATASET</a:t>
            </a:r>
          </a:p>
        </p:txBody>
      </p:sp>
      <p:sp>
        <p:nvSpPr>
          <p:cNvPr id="11" name="300 English examples">
            <a:extLst xmlns:a="http://schemas.openxmlformats.org/drawingml/2006/main">
              <a:ext uri="{FF2B5EF4-FFF2-40B4-BE49-F238E27FC236}">
                <a16:creationId xmlns:a16="http://schemas.microsoft.com/office/drawing/2014/main" id="{FE994188-F322-41D7-9FDE-79E07EE4BF93}"/>
              </a:ext>
            </a:extLst>
          </p:cNvPr>
          <p:cNvSpPr>
            <a:spLocks xmlns:a="http://schemas.openxmlformats.org/drawingml/2006/main" noGrp="1"/>
          </p:cNvSpPr>
          <p:nvPr/>
        </p:nvSpPr>
        <p:spPr>
          <a:xfrm xmlns:a="http://schemas.openxmlformats.org/drawingml/2006/main">
            <a:off x="6477000" y="2419350"/>
            <a:ext cx="5143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193B34"/>
                </a:solidFill>
                <a:latin typeface="Arial"/>
                <a:ea typeface="Arial"/>
                <a:cs typeface="Arial"/>
              </a:defRPr>
            </a:defPPr>
            <a:lvl1pPr algn="l">
              <a:defRPr sz="2550" b="1">
                <a:solidFill>
                  <a:srgbClr val="193B34"/>
                </a:solidFill>
                <a:latin typeface="Arial"/>
                <a:ea typeface="Arial"/>
                <a:cs typeface="Arial"/>
              </a:defRPr>
            </a:lvl1pPr>
            <a:lvl2pPr algn="l">
              <a:defRPr sz="2550" b="1">
                <a:solidFill>
                  <a:srgbClr val="193B34"/>
                </a:solidFill>
                <a:latin typeface="Arial"/>
                <a:ea typeface="Arial"/>
                <a:cs typeface="Arial"/>
              </a:defRPr>
            </a:lvl2pPr>
            <a:lvl3pPr algn="l">
              <a:defRPr sz="2550" b="1">
                <a:solidFill>
                  <a:srgbClr val="193B34"/>
                </a:solidFill>
                <a:latin typeface="Arial"/>
                <a:ea typeface="Arial"/>
                <a:cs typeface="Arial"/>
              </a:defRPr>
            </a:lvl3pPr>
            <a:lvl4pPr algn="l">
              <a:defRPr sz="2550" b="1">
                <a:solidFill>
                  <a:srgbClr val="193B34"/>
                </a:solidFill>
                <a:latin typeface="Arial"/>
                <a:ea typeface="Arial"/>
                <a:cs typeface="Arial"/>
              </a:defRPr>
            </a:lvl4pPr>
            <a:lvl5pPr algn="l">
              <a:defRPr sz="2550" b="1">
                <a:solidFill>
                  <a:srgbClr val="193B34"/>
                </a:solidFill>
                <a:latin typeface="Arial"/>
                <a:ea typeface="Arial"/>
                <a:cs typeface="Arial"/>
              </a:defRPr>
            </a:lvl5pPr>
            <a:lvl6pPr algn="l">
              <a:defRPr sz="2550" b="1">
                <a:solidFill>
                  <a:srgbClr val="193B34"/>
                </a:solidFill>
                <a:latin typeface="Arial"/>
                <a:ea typeface="Arial"/>
                <a:cs typeface="Arial"/>
              </a:defRPr>
            </a:lvl6pPr>
            <a:lvl7pPr algn="l">
              <a:defRPr sz="2550" b="1">
                <a:solidFill>
                  <a:srgbClr val="193B34"/>
                </a:solidFill>
                <a:latin typeface="Arial"/>
                <a:ea typeface="Arial"/>
                <a:cs typeface="Arial"/>
              </a:defRPr>
            </a:lvl7pPr>
            <a:lvl8pPr algn="l">
              <a:defRPr sz="2550" b="1">
                <a:solidFill>
                  <a:srgbClr val="193B34"/>
                </a:solidFill>
                <a:latin typeface="Arial"/>
                <a:ea typeface="Arial"/>
                <a:cs typeface="Arial"/>
              </a:defRPr>
            </a:lvl8pPr>
            <a:lvl9pPr algn="l">
              <a:defRPr sz="2550" b="1">
                <a:solidFill>
                  <a:srgbClr val="193B34"/>
                </a:solidFill>
                <a:latin typeface="Arial"/>
                <a:ea typeface="Arial"/>
                <a:cs typeface="Arial"/>
              </a:defRPr>
            </a:lvl9pPr>
          </a:lstStyle>
          <a:p xmlns:a="http://schemas.openxmlformats.org/drawingml/2006/main">
            <a:pPr algn="l">
              <a:defRPr sz="2550" b="1">
                <a:solidFill>
                  <a:srgbClr val="193B34"/>
                </a:solidFill>
                <a:latin typeface="Arial"/>
                <a:ea typeface="Arial"/>
                <a:cs typeface="Arial"/>
              </a:defRPr>
            </a:pPr>
            <a:r>
              <a:rPr sz="2550" b="1">
                <a:solidFill>
                  <a:srgbClr val="193B34"/>
                </a:solidFill>
                <a:latin typeface="Arial"/>
                <a:ea typeface="Arial"/>
                <a:cs typeface="Arial"/>
              </a:rPr>
              <a:t>300 English examples</a:t>
            </a:r>
          </a:p>
        </p:txBody>
      </p:sp>
      <p:sp>
        <p:nvSpPr>
          <p:cNvPr id="12" name="10 topics × 3 labels × 10 examples">
            <a:extLst xmlns:a="http://schemas.openxmlformats.org/drawingml/2006/main">
              <a:ext uri="{FF2B5EF4-FFF2-40B4-BE49-F238E27FC236}">
                <a16:creationId xmlns:a16="http://schemas.microsoft.com/office/drawing/2014/main" id="{DA5DB215-BAED-48FF-82BB-97D0344716E2}"/>
              </a:ext>
            </a:extLst>
          </p:cNvPr>
          <p:cNvSpPr>
            <a:spLocks xmlns:a="http://schemas.openxmlformats.org/drawingml/2006/main" noGrp="1"/>
          </p:cNvSpPr>
          <p:nvPr/>
        </p:nvSpPr>
        <p:spPr>
          <a:xfrm xmlns:a="http://schemas.openxmlformats.org/drawingml/2006/main">
            <a:off x="6477000" y="2952750"/>
            <a:ext cx="514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B7068"/>
                </a:solidFill>
                <a:latin typeface="Arial"/>
                <a:ea typeface="Arial"/>
                <a:cs typeface="Arial"/>
              </a:defRPr>
            </a:defPPr>
            <a:lvl1pPr algn="l">
              <a:defRPr sz="1875" b="0">
                <a:solidFill>
                  <a:srgbClr val="5B7068"/>
                </a:solidFill>
                <a:latin typeface="Arial"/>
                <a:ea typeface="Arial"/>
                <a:cs typeface="Arial"/>
              </a:defRPr>
            </a:lvl1pPr>
            <a:lvl2pPr algn="l">
              <a:defRPr sz="1875" b="0">
                <a:solidFill>
                  <a:srgbClr val="5B7068"/>
                </a:solidFill>
                <a:latin typeface="Arial"/>
                <a:ea typeface="Arial"/>
                <a:cs typeface="Arial"/>
              </a:defRPr>
            </a:lvl2pPr>
            <a:lvl3pPr algn="l">
              <a:defRPr sz="1875" b="0">
                <a:solidFill>
                  <a:srgbClr val="5B7068"/>
                </a:solidFill>
                <a:latin typeface="Arial"/>
                <a:ea typeface="Arial"/>
                <a:cs typeface="Arial"/>
              </a:defRPr>
            </a:lvl3pPr>
            <a:lvl4pPr algn="l">
              <a:defRPr sz="1875" b="0">
                <a:solidFill>
                  <a:srgbClr val="5B7068"/>
                </a:solidFill>
                <a:latin typeface="Arial"/>
                <a:ea typeface="Arial"/>
                <a:cs typeface="Arial"/>
              </a:defRPr>
            </a:lvl4pPr>
            <a:lvl5pPr algn="l">
              <a:defRPr sz="1875" b="0">
                <a:solidFill>
                  <a:srgbClr val="5B7068"/>
                </a:solidFill>
                <a:latin typeface="Arial"/>
                <a:ea typeface="Arial"/>
                <a:cs typeface="Arial"/>
              </a:defRPr>
            </a:lvl5pPr>
            <a:lvl6pPr algn="l">
              <a:defRPr sz="1875" b="0">
                <a:solidFill>
                  <a:srgbClr val="5B7068"/>
                </a:solidFill>
                <a:latin typeface="Arial"/>
                <a:ea typeface="Arial"/>
                <a:cs typeface="Arial"/>
              </a:defRPr>
            </a:lvl6pPr>
            <a:lvl7pPr algn="l">
              <a:defRPr sz="1875" b="0">
                <a:solidFill>
                  <a:srgbClr val="5B7068"/>
                </a:solidFill>
                <a:latin typeface="Arial"/>
                <a:ea typeface="Arial"/>
                <a:cs typeface="Arial"/>
              </a:defRPr>
            </a:lvl7pPr>
            <a:lvl8pPr algn="l">
              <a:defRPr sz="1875" b="0">
                <a:solidFill>
                  <a:srgbClr val="5B7068"/>
                </a:solidFill>
                <a:latin typeface="Arial"/>
                <a:ea typeface="Arial"/>
                <a:cs typeface="Arial"/>
              </a:defRPr>
            </a:lvl8pPr>
            <a:lvl9pPr algn="l">
              <a:defRPr sz="1875" b="0">
                <a:solidFill>
                  <a:srgbClr val="5B7068"/>
                </a:solidFill>
                <a:latin typeface="Arial"/>
                <a:ea typeface="Arial"/>
                <a:cs typeface="Arial"/>
              </a:defRPr>
            </a:lvl9pPr>
          </a:lstStyle>
          <a:p xmlns:a="http://schemas.openxmlformats.org/drawingml/2006/main">
            <a:pPr algn="l">
              <a:defRPr sz="1875" b="0">
                <a:solidFill>
                  <a:srgbClr val="5B7068"/>
                </a:solidFill>
                <a:latin typeface="Arial"/>
                <a:ea typeface="Arial"/>
                <a:cs typeface="Arial"/>
              </a:defRPr>
            </a:pPr>
            <a:r>
              <a:rPr sz="1875" b="0">
                <a:solidFill>
                  <a:srgbClr val="5B7068"/>
                </a:solidFill>
                <a:latin typeface="Arial"/>
                <a:ea typeface="Arial"/>
                <a:cs typeface="Arial"/>
              </a:rPr>
              <a:t>10 topics × 3 labels × 10 examples</a:t>
            </a:r>
          </a:p>
        </p:txBody>
      </p:sp>
      <p:sp>
        <p:nvSpPr>
          <p:cNvPr id="13" name="180 train  /  60 validation  /  60 test">
            <a:extLst xmlns:a="http://schemas.openxmlformats.org/drawingml/2006/main">
              <a:ext uri="{FF2B5EF4-FFF2-40B4-BE49-F238E27FC236}">
                <a16:creationId xmlns:a16="http://schemas.microsoft.com/office/drawing/2014/main" id="{9FF46F65-6D8F-4463-BE7E-791F005C3735}"/>
              </a:ext>
            </a:extLst>
          </p:cNvPr>
          <p:cNvSpPr>
            <a:spLocks xmlns:a="http://schemas.openxmlformats.org/drawingml/2006/main" noGrp="1"/>
          </p:cNvSpPr>
          <p:nvPr/>
        </p:nvSpPr>
        <p:spPr>
          <a:xfrm xmlns:a="http://schemas.openxmlformats.org/drawingml/2006/main">
            <a:off x="6477000" y="3476625"/>
            <a:ext cx="514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93B34"/>
                </a:solidFill>
                <a:latin typeface="Arial"/>
                <a:ea typeface="Arial"/>
                <a:cs typeface="Arial"/>
              </a:defRPr>
            </a:defPPr>
            <a:lvl1pPr algn="l">
              <a:defRPr sz="1875" b="1">
                <a:solidFill>
                  <a:srgbClr val="193B34"/>
                </a:solidFill>
                <a:latin typeface="Arial"/>
                <a:ea typeface="Arial"/>
                <a:cs typeface="Arial"/>
              </a:defRPr>
            </a:lvl1pPr>
            <a:lvl2pPr algn="l">
              <a:defRPr sz="1875" b="1">
                <a:solidFill>
                  <a:srgbClr val="193B34"/>
                </a:solidFill>
                <a:latin typeface="Arial"/>
                <a:ea typeface="Arial"/>
                <a:cs typeface="Arial"/>
              </a:defRPr>
            </a:lvl2pPr>
            <a:lvl3pPr algn="l">
              <a:defRPr sz="1875" b="1">
                <a:solidFill>
                  <a:srgbClr val="193B34"/>
                </a:solidFill>
                <a:latin typeface="Arial"/>
                <a:ea typeface="Arial"/>
                <a:cs typeface="Arial"/>
              </a:defRPr>
            </a:lvl3pPr>
            <a:lvl4pPr algn="l">
              <a:defRPr sz="1875" b="1">
                <a:solidFill>
                  <a:srgbClr val="193B34"/>
                </a:solidFill>
                <a:latin typeface="Arial"/>
                <a:ea typeface="Arial"/>
                <a:cs typeface="Arial"/>
              </a:defRPr>
            </a:lvl4pPr>
            <a:lvl5pPr algn="l">
              <a:defRPr sz="1875" b="1">
                <a:solidFill>
                  <a:srgbClr val="193B34"/>
                </a:solidFill>
                <a:latin typeface="Arial"/>
                <a:ea typeface="Arial"/>
                <a:cs typeface="Arial"/>
              </a:defRPr>
            </a:lvl5pPr>
            <a:lvl6pPr algn="l">
              <a:defRPr sz="1875" b="1">
                <a:solidFill>
                  <a:srgbClr val="193B34"/>
                </a:solidFill>
                <a:latin typeface="Arial"/>
                <a:ea typeface="Arial"/>
                <a:cs typeface="Arial"/>
              </a:defRPr>
            </a:lvl6pPr>
            <a:lvl7pPr algn="l">
              <a:defRPr sz="1875" b="1">
                <a:solidFill>
                  <a:srgbClr val="193B34"/>
                </a:solidFill>
                <a:latin typeface="Arial"/>
                <a:ea typeface="Arial"/>
                <a:cs typeface="Arial"/>
              </a:defRPr>
            </a:lvl7pPr>
            <a:lvl8pPr algn="l">
              <a:defRPr sz="1875" b="1">
                <a:solidFill>
                  <a:srgbClr val="193B34"/>
                </a:solidFill>
                <a:latin typeface="Arial"/>
                <a:ea typeface="Arial"/>
                <a:cs typeface="Arial"/>
              </a:defRPr>
            </a:lvl8pPr>
            <a:lvl9pPr algn="l">
              <a:defRPr sz="1875" b="1">
                <a:solidFill>
                  <a:srgbClr val="193B34"/>
                </a:solidFill>
                <a:latin typeface="Arial"/>
                <a:ea typeface="Arial"/>
                <a:cs typeface="Arial"/>
              </a:defRPr>
            </a:lvl9pPr>
          </a:lstStyle>
          <a:p xmlns:a="http://schemas.openxmlformats.org/drawingml/2006/main">
            <a:pPr algn="l">
              <a:defRPr sz="1875" b="1">
                <a:solidFill>
                  <a:srgbClr val="193B34"/>
                </a:solidFill>
                <a:latin typeface="Arial"/>
                <a:ea typeface="Arial"/>
                <a:cs typeface="Arial"/>
              </a:defRPr>
            </a:pPr>
            <a:r>
              <a:rPr sz="1875" b="1">
                <a:solidFill>
                  <a:srgbClr val="193B34"/>
                </a:solidFill>
                <a:latin typeface="Arial"/>
                <a:ea typeface="Arial"/>
                <a:cs typeface="Arial"/>
              </a:rPr>
              <a:t>180 train  /  60 validation  /  60 test</a:t>
            </a:r>
          </a:p>
        </p:txBody>
      </p:sp>
      <p:sp>
        <p:nvSpPr>
          <p:cNvPr id="14" name="">
            <a:extLst xmlns:a="http://schemas.openxmlformats.org/drawingml/2006/main">
              <a:ext uri="{FF2B5EF4-FFF2-40B4-BE49-F238E27FC236}">
                <a16:creationId xmlns:a16="http://schemas.microsoft.com/office/drawing/2014/main" id="{A9C05821-0B46-423C-A4C0-CE05A5776506}"/>
              </a:ext>
            </a:extLst>
          </p:cNvPr>
          <p:cNvSpPr>
            <a:spLocks xmlns:a="http://schemas.openxmlformats.org/drawingml/2006/main" noGrp="1"/>
          </p:cNvSpPr>
          <p:nvPr/>
        </p:nvSpPr>
        <p:spPr>
          <a:xfrm xmlns:a="http://schemas.openxmlformats.org/drawingml/2006/main">
            <a:off x="533400" y="4438650"/>
            <a:ext cx="2381250" cy="1038225"/>
          </a:xfrm>
          <a:prstGeom xmlns:a="http://schemas.openxmlformats.org/drawingml/2006/main" prst="rect">
            <a:avLst/>
          </a:prstGeom>
          <a:solidFill xmlns:a="http://schemas.openxmlformats.org/drawingml/2006/main">
            <a:srgbClr val="E5EBDF"/>
          </a:solidFill>
          <a:ln xmlns:a="http://schemas.openxmlformats.org/drawingml/2006/main" w="0">
            <a:noFill/>
            <a:prstDash val="solid"/>
          </a:ln>
        </p:spPr>
      </p:sp>
      <p:sp>
        <p:nvSpPr>
          <p:cNvPr id="15" name="01  Prepare">
            <a:extLst xmlns:a="http://schemas.openxmlformats.org/drawingml/2006/main">
              <a:ext uri="{FF2B5EF4-FFF2-40B4-BE49-F238E27FC236}">
                <a16:creationId xmlns:a16="http://schemas.microsoft.com/office/drawing/2014/main" id="{6D0B2AB2-27E7-4DC6-83C6-5BF7FBB0CD56}"/>
              </a:ext>
            </a:extLst>
          </p:cNvPr>
          <p:cNvSpPr>
            <a:spLocks xmlns:a="http://schemas.openxmlformats.org/drawingml/2006/main" noGrp="1"/>
          </p:cNvSpPr>
          <p:nvPr/>
        </p:nvSpPr>
        <p:spPr>
          <a:xfrm xmlns:a="http://schemas.openxmlformats.org/drawingml/2006/main">
            <a:off x="704850" y="4600575"/>
            <a:ext cx="2038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93B34"/>
                </a:solidFill>
                <a:latin typeface="Arial"/>
                <a:ea typeface="Arial"/>
                <a:cs typeface="Arial"/>
              </a:defRPr>
            </a:defPPr>
            <a:lvl1pPr algn="l">
              <a:defRPr sz="1875" b="1">
                <a:solidFill>
                  <a:srgbClr val="193B34"/>
                </a:solidFill>
                <a:latin typeface="Arial"/>
                <a:ea typeface="Arial"/>
                <a:cs typeface="Arial"/>
              </a:defRPr>
            </a:lvl1pPr>
            <a:lvl2pPr algn="l">
              <a:defRPr sz="1875" b="1">
                <a:solidFill>
                  <a:srgbClr val="193B34"/>
                </a:solidFill>
                <a:latin typeface="Arial"/>
                <a:ea typeface="Arial"/>
                <a:cs typeface="Arial"/>
              </a:defRPr>
            </a:lvl2pPr>
            <a:lvl3pPr algn="l">
              <a:defRPr sz="1875" b="1">
                <a:solidFill>
                  <a:srgbClr val="193B34"/>
                </a:solidFill>
                <a:latin typeface="Arial"/>
                <a:ea typeface="Arial"/>
                <a:cs typeface="Arial"/>
              </a:defRPr>
            </a:lvl3pPr>
            <a:lvl4pPr algn="l">
              <a:defRPr sz="1875" b="1">
                <a:solidFill>
                  <a:srgbClr val="193B34"/>
                </a:solidFill>
                <a:latin typeface="Arial"/>
                <a:ea typeface="Arial"/>
                <a:cs typeface="Arial"/>
              </a:defRPr>
            </a:lvl4pPr>
            <a:lvl5pPr algn="l">
              <a:defRPr sz="1875" b="1">
                <a:solidFill>
                  <a:srgbClr val="193B34"/>
                </a:solidFill>
                <a:latin typeface="Arial"/>
                <a:ea typeface="Arial"/>
                <a:cs typeface="Arial"/>
              </a:defRPr>
            </a:lvl5pPr>
            <a:lvl6pPr algn="l">
              <a:defRPr sz="1875" b="1">
                <a:solidFill>
                  <a:srgbClr val="193B34"/>
                </a:solidFill>
                <a:latin typeface="Arial"/>
                <a:ea typeface="Arial"/>
                <a:cs typeface="Arial"/>
              </a:defRPr>
            </a:lvl6pPr>
            <a:lvl7pPr algn="l">
              <a:defRPr sz="1875" b="1">
                <a:solidFill>
                  <a:srgbClr val="193B34"/>
                </a:solidFill>
                <a:latin typeface="Arial"/>
                <a:ea typeface="Arial"/>
                <a:cs typeface="Arial"/>
              </a:defRPr>
            </a:lvl7pPr>
            <a:lvl8pPr algn="l">
              <a:defRPr sz="1875" b="1">
                <a:solidFill>
                  <a:srgbClr val="193B34"/>
                </a:solidFill>
                <a:latin typeface="Arial"/>
                <a:ea typeface="Arial"/>
                <a:cs typeface="Arial"/>
              </a:defRPr>
            </a:lvl8pPr>
            <a:lvl9pPr algn="l">
              <a:defRPr sz="1875" b="1">
                <a:solidFill>
                  <a:srgbClr val="193B34"/>
                </a:solidFill>
                <a:latin typeface="Arial"/>
                <a:ea typeface="Arial"/>
                <a:cs typeface="Arial"/>
              </a:defRPr>
            </a:lvl9pPr>
          </a:lstStyle>
          <a:p xmlns:a="http://schemas.openxmlformats.org/drawingml/2006/main">
            <a:pPr algn="l">
              <a:defRPr sz="1875" b="1">
                <a:solidFill>
                  <a:srgbClr val="193B34"/>
                </a:solidFill>
                <a:latin typeface="Arial"/>
                <a:ea typeface="Arial"/>
                <a:cs typeface="Arial"/>
              </a:defRPr>
            </a:pPr>
            <a:r>
              <a:rPr sz="1875" b="1">
                <a:solidFill>
                  <a:srgbClr val="193B34"/>
                </a:solidFill>
                <a:latin typeface="Arial"/>
                <a:ea typeface="Arial"/>
                <a:cs typeface="Arial"/>
              </a:rPr>
              <a:t>01  Prepare</a:t>
            </a:r>
          </a:p>
        </p:txBody>
      </p:sp>
      <p:sp>
        <p:nvSpPr>
          <p:cNvPr id="16" name="Clean + split data">
            <a:extLst xmlns:a="http://schemas.openxmlformats.org/drawingml/2006/main">
              <a:ext uri="{FF2B5EF4-FFF2-40B4-BE49-F238E27FC236}">
                <a16:creationId xmlns:a16="http://schemas.microsoft.com/office/drawing/2014/main" id="{C3A7C9DF-8A55-407D-BDFF-37719EB457C2}"/>
              </a:ext>
            </a:extLst>
          </p:cNvPr>
          <p:cNvSpPr>
            <a:spLocks xmlns:a="http://schemas.openxmlformats.org/drawingml/2006/main" noGrp="1"/>
          </p:cNvSpPr>
          <p:nvPr/>
        </p:nvSpPr>
        <p:spPr>
          <a:xfrm xmlns:a="http://schemas.openxmlformats.org/drawingml/2006/main">
            <a:off x="704850" y="4981575"/>
            <a:ext cx="20383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B7068"/>
                </a:solidFill>
                <a:latin typeface="Arial"/>
                <a:ea typeface="Arial"/>
                <a:cs typeface="Arial"/>
              </a:defRPr>
            </a:defPPr>
            <a:lvl1pPr algn="l">
              <a:defRPr sz="1500" b="0">
                <a:solidFill>
                  <a:srgbClr val="5B7068"/>
                </a:solidFill>
                <a:latin typeface="Arial"/>
                <a:ea typeface="Arial"/>
                <a:cs typeface="Arial"/>
              </a:defRPr>
            </a:lvl1pPr>
            <a:lvl2pPr algn="l">
              <a:defRPr sz="1500" b="0">
                <a:solidFill>
                  <a:srgbClr val="5B7068"/>
                </a:solidFill>
                <a:latin typeface="Arial"/>
                <a:ea typeface="Arial"/>
                <a:cs typeface="Arial"/>
              </a:defRPr>
            </a:lvl2pPr>
            <a:lvl3pPr algn="l">
              <a:defRPr sz="1500" b="0">
                <a:solidFill>
                  <a:srgbClr val="5B7068"/>
                </a:solidFill>
                <a:latin typeface="Arial"/>
                <a:ea typeface="Arial"/>
                <a:cs typeface="Arial"/>
              </a:defRPr>
            </a:lvl3pPr>
            <a:lvl4pPr algn="l">
              <a:defRPr sz="1500" b="0">
                <a:solidFill>
                  <a:srgbClr val="5B7068"/>
                </a:solidFill>
                <a:latin typeface="Arial"/>
                <a:ea typeface="Arial"/>
                <a:cs typeface="Arial"/>
              </a:defRPr>
            </a:lvl4pPr>
            <a:lvl5pPr algn="l">
              <a:defRPr sz="1500" b="0">
                <a:solidFill>
                  <a:srgbClr val="5B7068"/>
                </a:solidFill>
                <a:latin typeface="Arial"/>
                <a:ea typeface="Arial"/>
                <a:cs typeface="Arial"/>
              </a:defRPr>
            </a:lvl5pPr>
            <a:lvl6pPr algn="l">
              <a:defRPr sz="1500" b="0">
                <a:solidFill>
                  <a:srgbClr val="5B7068"/>
                </a:solidFill>
                <a:latin typeface="Arial"/>
                <a:ea typeface="Arial"/>
                <a:cs typeface="Arial"/>
              </a:defRPr>
            </a:lvl6pPr>
            <a:lvl7pPr algn="l">
              <a:defRPr sz="1500" b="0">
                <a:solidFill>
                  <a:srgbClr val="5B7068"/>
                </a:solidFill>
                <a:latin typeface="Arial"/>
                <a:ea typeface="Arial"/>
                <a:cs typeface="Arial"/>
              </a:defRPr>
            </a:lvl7pPr>
            <a:lvl8pPr algn="l">
              <a:defRPr sz="1500" b="0">
                <a:solidFill>
                  <a:srgbClr val="5B7068"/>
                </a:solidFill>
                <a:latin typeface="Arial"/>
                <a:ea typeface="Arial"/>
                <a:cs typeface="Arial"/>
              </a:defRPr>
            </a:lvl8pPr>
            <a:lvl9pPr algn="l">
              <a:defRPr sz="1500" b="0">
                <a:solidFill>
                  <a:srgbClr val="5B7068"/>
                </a:solidFill>
                <a:latin typeface="Arial"/>
                <a:ea typeface="Arial"/>
                <a:cs typeface="Arial"/>
              </a:defRPr>
            </a:lvl9pPr>
          </a:lstStyle>
          <a:p xmlns:a="http://schemas.openxmlformats.org/drawingml/2006/main">
            <a:pPr algn="l">
              <a:defRPr sz="1500" b="0">
                <a:solidFill>
                  <a:srgbClr val="5B7068"/>
                </a:solidFill>
                <a:latin typeface="Arial"/>
                <a:ea typeface="Arial"/>
                <a:cs typeface="Arial"/>
              </a:defRPr>
            </a:pPr>
            <a:r>
              <a:rPr sz="1500" b="0">
                <a:solidFill>
                  <a:srgbClr val="5B7068"/>
                </a:solidFill>
                <a:latin typeface="Arial"/>
                <a:ea typeface="Arial"/>
                <a:cs typeface="Arial"/>
              </a:rPr>
              <a:t>Clean + split data</a:t>
            </a:r>
          </a:p>
        </p:txBody>
      </p:sp>
      <p:sp>
        <p:nvSpPr>
          <p:cNvPr id="17" name="">
            <a:extLst xmlns:a="http://schemas.openxmlformats.org/drawingml/2006/main">
              <a:ext uri="{FF2B5EF4-FFF2-40B4-BE49-F238E27FC236}">
                <a16:creationId xmlns:a16="http://schemas.microsoft.com/office/drawing/2014/main" id="{57AC4672-1982-404A-BB36-A569447F1E4C}"/>
              </a:ext>
            </a:extLst>
          </p:cNvPr>
          <p:cNvSpPr>
            <a:spLocks xmlns:a="http://schemas.openxmlformats.org/drawingml/2006/main" noGrp="1"/>
          </p:cNvSpPr>
          <p:nvPr/>
        </p:nvSpPr>
        <p:spPr>
          <a:xfrm xmlns:a="http://schemas.openxmlformats.org/drawingml/2006/main">
            <a:off x="3448050" y="4438650"/>
            <a:ext cx="2381250" cy="1038225"/>
          </a:xfrm>
          <a:prstGeom xmlns:a="http://schemas.openxmlformats.org/drawingml/2006/main" prst="rect">
            <a:avLst/>
          </a:prstGeom>
          <a:solidFill xmlns:a="http://schemas.openxmlformats.org/drawingml/2006/main">
            <a:srgbClr val="E5EBDF"/>
          </a:solidFill>
          <a:ln xmlns:a="http://schemas.openxmlformats.org/drawingml/2006/main" w="0">
            <a:noFill/>
            <a:prstDash val="solid"/>
          </a:ln>
        </p:spPr>
      </p:sp>
      <p:sp>
        <p:nvSpPr>
          <p:cNvPr id="18" name="02  Vectorize">
            <a:extLst xmlns:a="http://schemas.openxmlformats.org/drawingml/2006/main">
              <a:ext uri="{FF2B5EF4-FFF2-40B4-BE49-F238E27FC236}">
                <a16:creationId xmlns:a16="http://schemas.microsoft.com/office/drawing/2014/main" id="{C2995752-82C1-4343-9FC4-8E90E83F96B5}"/>
              </a:ext>
            </a:extLst>
          </p:cNvPr>
          <p:cNvSpPr>
            <a:spLocks xmlns:a="http://schemas.openxmlformats.org/drawingml/2006/main" noGrp="1"/>
          </p:cNvSpPr>
          <p:nvPr/>
        </p:nvSpPr>
        <p:spPr>
          <a:xfrm xmlns:a="http://schemas.openxmlformats.org/drawingml/2006/main">
            <a:off x="3619500" y="4600575"/>
            <a:ext cx="2038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93B34"/>
                </a:solidFill>
                <a:latin typeface="Arial"/>
                <a:ea typeface="Arial"/>
                <a:cs typeface="Arial"/>
              </a:defRPr>
            </a:defPPr>
            <a:lvl1pPr algn="l">
              <a:defRPr sz="1875" b="1">
                <a:solidFill>
                  <a:srgbClr val="193B34"/>
                </a:solidFill>
                <a:latin typeface="Arial"/>
                <a:ea typeface="Arial"/>
                <a:cs typeface="Arial"/>
              </a:defRPr>
            </a:lvl1pPr>
            <a:lvl2pPr algn="l">
              <a:defRPr sz="1875" b="1">
                <a:solidFill>
                  <a:srgbClr val="193B34"/>
                </a:solidFill>
                <a:latin typeface="Arial"/>
                <a:ea typeface="Arial"/>
                <a:cs typeface="Arial"/>
              </a:defRPr>
            </a:lvl2pPr>
            <a:lvl3pPr algn="l">
              <a:defRPr sz="1875" b="1">
                <a:solidFill>
                  <a:srgbClr val="193B34"/>
                </a:solidFill>
                <a:latin typeface="Arial"/>
                <a:ea typeface="Arial"/>
                <a:cs typeface="Arial"/>
              </a:defRPr>
            </a:lvl3pPr>
            <a:lvl4pPr algn="l">
              <a:defRPr sz="1875" b="1">
                <a:solidFill>
                  <a:srgbClr val="193B34"/>
                </a:solidFill>
                <a:latin typeface="Arial"/>
                <a:ea typeface="Arial"/>
                <a:cs typeface="Arial"/>
              </a:defRPr>
            </a:lvl4pPr>
            <a:lvl5pPr algn="l">
              <a:defRPr sz="1875" b="1">
                <a:solidFill>
                  <a:srgbClr val="193B34"/>
                </a:solidFill>
                <a:latin typeface="Arial"/>
                <a:ea typeface="Arial"/>
                <a:cs typeface="Arial"/>
              </a:defRPr>
            </a:lvl5pPr>
            <a:lvl6pPr algn="l">
              <a:defRPr sz="1875" b="1">
                <a:solidFill>
                  <a:srgbClr val="193B34"/>
                </a:solidFill>
                <a:latin typeface="Arial"/>
                <a:ea typeface="Arial"/>
                <a:cs typeface="Arial"/>
              </a:defRPr>
            </a:lvl6pPr>
            <a:lvl7pPr algn="l">
              <a:defRPr sz="1875" b="1">
                <a:solidFill>
                  <a:srgbClr val="193B34"/>
                </a:solidFill>
                <a:latin typeface="Arial"/>
                <a:ea typeface="Arial"/>
                <a:cs typeface="Arial"/>
              </a:defRPr>
            </a:lvl7pPr>
            <a:lvl8pPr algn="l">
              <a:defRPr sz="1875" b="1">
                <a:solidFill>
                  <a:srgbClr val="193B34"/>
                </a:solidFill>
                <a:latin typeface="Arial"/>
                <a:ea typeface="Arial"/>
                <a:cs typeface="Arial"/>
              </a:defRPr>
            </a:lvl8pPr>
            <a:lvl9pPr algn="l">
              <a:defRPr sz="1875" b="1">
                <a:solidFill>
                  <a:srgbClr val="193B34"/>
                </a:solidFill>
                <a:latin typeface="Arial"/>
                <a:ea typeface="Arial"/>
                <a:cs typeface="Arial"/>
              </a:defRPr>
            </a:lvl9pPr>
          </a:lstStyle>
          <a:p xmlns:a="http://schemas.openxmlformats.org/drawingml/2006/main">
            <a:pPr algn="l">
              <a:defRPr sz="1875" b="1">
                <a:solidFill>
                  <a:srgbClr val="193B34"/>
                </a:solidFill>
                <a:latin typeface="Arial"/>
                <a:ea typeface="Arial"/>
                <a:cs typeface="Arial"/>
              </a:defRPr>
            </a:pPr>
            <a:r>
              <a:rPr sz="1875" b="1">
                <a:solidFill>
                  <a:srgbClr val="193B34"/>
                </a:solidFill>
                <a:latin typeface="Arial"/>
                <a:ea typeface="Arial"/>
                <a:cs typeface="Arial"/>
              </a:rPr>
              <a:t>02  Vectorize</a:t>
            </a:r>
          </a:p>
        </p:txBody>
      </p:sp>
      <p:sp>
        <p:nvSpPr>
          <p:cNvPr id="19" name="Fit TF-IDF on train only">
            <a:extLst xmlns:a="http://schemas.openxmlformats.org/drawingml/2006/main">
              <a:ext uri="{FF2B5EF4-FFF2-40B4-BE49-F238E27FC236}">
                <a16:creationId xmlns:a16="http://schemas.microsoft.com/office/drawing/2014/main" id="{A5B4F276-79D6-4710-AD59-1EC6D9776E56}"/>
              </a:ext>
            </a:extLst>
          </p:cNvPr>
          <p:cNvSpPr>
            <a:spLocks xmlns:a="http://schemas.openxmlformats.org/drawingml/2006/main" noGrp="1"/>
          </p:cNvSpPr>
          <p:nvPr/>
        </p:nvSpPr>
        <p:spPr>
          <a:xfrm xmlns:a="http://schemas.openxmlformats.org/drawingml/2006/main">
            <a:off x="3619500" y="4981575"/>
            <a:ext cx="20383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B7068"/>
                </a:solidFill>
                <a:latin typeface="Arial"/>
                <a:ea typeface="Arial"/>
                <a:cs typeface="Arial"/>
              </a:defRPr>
            </a:defPPr>
            <a:lvl1pPr algn="l">
              <a:defRPr sz="1500" b="0">
                <a:solidFill>
                  <a:srgbClr val="5B7068"/>
                </a:solidFill>
                <a:latin typeface="Arial"/>
                <a:ea typeface="Arial"/>
                <a:cs typeface="Arial"/>
              </a:defRPr>
            </a:lvl1pPr>
            <a:lvl2pPr algn="l">
              <a:defRPr sz="1500" b="0">
                <a:solidFill>
                  <a:srgbClr val="5B7068"/>
                </a:solidFill>
                <a:latin typeface="Arial"/>
                <a:ea typeface="Arial"/>
                <a:cs typeface="Arial"/>
              </a:defRPr>
            </a:lvl2pPr>
            <a:lvl3pPr algn="l">
              <a:defRPr sz="1500" b="0">
                <a:solidFill>
                  <a:srgbClr val="5B7068"/>
                </a:solidFill>
                <a:latin typeface="Arial"/>
                <a:ea typeface="Arial"/>
                <a:cs typeface="Arial"/>
              </a:defRPr>
            </a:lvl3pPr>
            <a:lvl4pPr algn="l">
              <a:defRPr sz="1500" b="0">
                <a:solidFill>
                  <a:srgbClr val="5B7068"/>
                </a:solidFill>
                <a:latin typeface="Arial"/>
                <a:ea typeface="Arial"/>
                <a:cs typeface="Arial"/>
              </a:defRPr>
            </a:lvl4pPr>
            <a:lvl5pPr algn="l">
              <a:defRPr sz="1500" b="0">
                <a:solidFill>
                  <a:srgbClr val="5B7068"/>
                </a:solidFill>
                <a:latin typeface="Arial"/>
                <a:ea typeface="Arial"/>
                <a:cs typeface="Arial"/>
              </a:defRPr>
            </a:lvl5pPr>
            <a:lvl6pPr algn="l">
              <a:defRPr sz="1500" b="0">
                <a:solidFill>
                  <a:srgbClr val="5B7068"/>
                </a:solidFill>
                <a:latin typeface="Arial"/>
                <a:ea typeface="Arial"/>
                <a:cs typeface="Arial"/>
              </a:defRPr>
            </a:lvl6pPr>
            <a:lvl7pPr algn="l">
              <a:defRPr sz="1500" b="0">
                <a:solidFill>
                  <a:srgbClr val="5B7068"/>
                </a:solidFill>
                <a:latin typeface="Arial"/>
                <a:ea typeface="Arial"/>
                <a:cs typeface="Arial"/>
              </a:defRPr>
            </a:lvl7pPr>
            <a:lvl8pPr algn="l">
              <a:defRPr sz="1500" b="0">
                <a:solidFill>
                  <a:srgbClr val="5B7068"/>
                </a:solidFill>
                <a:latin typeface="Arial"/>
                <a:ea typeface="Arial"/>
                <a:cs typeface="Arial"/>
              </a:defRPr>
            </a:lvl8pPr>
            <a:lvl9pPr algn="l">
              <a:defRPr sz="1500" b="0">
                <a:solidFill>
                  <a:srgbClr val="5B7068"/>
                </a:solidFill>
                <a:latin typeface="Arial"/>
                <a:ea typeface="Arial"/>
                <a:cs typeface="Arial"/>
              </a:defRPr>
            </a:lvl9pPr>
          </a:lstStyle>
          <a:p xmlns:a="http://schemas.openxmlformats.org/drawingml/2006/main">
            <a:pPr algn="l">
              <a:defRPr sz="1500" b="0">
                <a:solidFill>
                  <a:srgbClr val="5B7068"/>
                </a:solidFill>
                <a:latin typeface="Arial"/>
                <a:ea typeface="Arial"/>
                <a:cs typeface="Arial"/>
              </a:defRPr>
            </a:pPr>
            <a:r>
              <a:rPr sz="1500" b="0">
                <a:solidFill>
                  <a:srgbClr val="5B7068"/>
                </a:solidFill>
                <a:latin typeface="Arial"/>
                <a:ea typeface="Arial"/>
                <a:cs typeface="Arial"/>
              </a:rPr>
              <a:t>Fit TF-IDF on train only</a:t>
            </a:r>
          </a:p>
        </p:txBody>
      </p:sp>
      <p:sp>
        <p:nvSpPr>
          <p:cNvPr id="20" name="">
            <a:extLst xmlns:a="http://schemas.openxmlformats.org/drawingml/2006/main">
              <a:ext uri="{FF2B5EF4-FFF2-40B4-BE49-F238E27FC236}">
                <a16:creationId xmlns:a16="http://schemas.microsoft.com/office/drawing/2014/main" id="{9DDADC46-F7D2-480B-8A42-0CCEDA911F60}"/>
              </a:ext>
            </a:extLst>
          </p:cNvPr>
          <p:cNvSpPr>
            <a:spLocks xmlns:a="http://schemas.openxmlformats.org/drawingml/2006/main" noGrp="1"/>
          </p:cNvSpPr>
          <p:nvPr/>
        </p:nvSpPr>
        <p:spPr>
          <a:xfrm xmlns:a="http://schemas.openxmlformats.org/drawingml/2006/main">
            <a:off x="6362700" y="4438650"/>
            <a:ext cx="2381250" cy="1038225"/>
          </a:xfrm>
          <a:prstGeom xmlns:a="http://schemas.openxmlformats.org/drawingml/2006/main" prst="rect">
            <a:avLst/>
          </a:prstGeom>
          <a:solidFill xmlns:a="http://schemas.openxmlformats.org/drawingml/2006/main">
            <a:srgbClr val="E5EBDF"/>
          </a:solidFill>
          <a:ln xmlns:a="http://schemas.openxmlformats.org/drawingml/2006/main" w="0">
            <a:noFill/>
            <a:prstDash val="solid"/>
          </a:ln>
        </p:spPr>
      </p:sp>
      <p:sp>
        <p:nvSpPr>
          <p:cNvPr id="21" name="03  Compare">
            <a:extLst xmlns:a="http://schemas.openxmlformats.org/drawingml/2006/main">
              <a:ext uri="{FF2B5EF4-FFF2-40B4-BE49-F238E27FC236}">
                <a16:creationId xmlns:a16="http://schemas.microsoft.com/office/drawing/2014/main" id="{FBCAD6CA-4BB0-4793-8A00-DE1E299CB3AF}"/>
              </a:ext>
            </a:extLst>
          </p:cNvPr>
          <p:cNvSpPr>
            <a:spLocks xmlns:a="http://schemas.openxmlformats.org/drawingml/2006/main" noGrp="1"/>
          </p:cNvSpPr>
          <p:nvPr/>
        </p:nvSpPr>
        <p:spPr>
          <a:xfrm xmlns:a="http://schemas.openxmlformats.org/drawingml/2006/main">
            <a:off x="6534150" y="4600575"/>
            <a:ext cx="2038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93B34"/>
                </a:solidFill>
                <a:latin typeface="Arial"/>
                <a:ea typeface="Arial"/>
                <a:cs typeface="Arial"/>
              </a:defRPr>
            </a:defPPr>
            <a:lvl1pPr algn="l">
              <a:defRPr sz="1875" b="1">
                <a:solidFill>
                  <a:srgbClr val="193B34"/>
                </a:solidFill>
                <a:latin typeface="Arial"/>
                <a:ea typeface="Arial"/>
                <a:cs typeface="Arial"/>
              </a:defRPr>
            </a:lvl1pPr>
            <a:lvl2pPr algn="l">
              <a:defRPr sz="1875" b="1">
                <a:solidFill>
                  <a:srgbClr val="193B34"/>
                </a:solidFill>
                <a:latin typeface="Arial"/>
                <a:ea typeface="Arial"/>
                <a:cs typeface="Arial"/>
              </a:defRPr>
            </a:lvl2pPr>
            <a:lvl3pPr algn="l">
              <a:defRPr sz="1875" b="1">
                <a:solidFill>
                  <a:srgbClr val="193B34"/>
                </a:solidFill>
                <a:latin typeface="Arial"/>
                <a:ea typeface="Arial"/>
                <a:cs typeface="Arial"/>
              </a:defRPr>
            </a:lvl3pPr>
            <a:lvl4pPr algn="l">
              <a:defRPr sz="1875" b="1">
                <a:solidFill>
                  <a:srgbClr val="193B34"/>
                </a:solidFill>
                <a:latin typeface="Arial"/>
                <a:ea typeface="Arial"/>
                <a:cs typeface="Arial"/>
              </a:defRPr>
            </a:lvl4pPr>
            <a:lvl5pPr algn="l">
              <a:defRPr sz="1875" b="1">
                <a:solidFill>
                  <a:srgbClr val="193B34"/>
                </a:solidFill>
                <a:latin typeface="Arial"/>
                <a:ea typeface="Arial"/>
                <a:cs typeface="Arial"/>
              </a:defRPr>
            </a:lvl5pPr>
            <a:lvl6pPr algn="l">
              <a:defRPr sz="1875" b="1">
                <a:solidFill>
                  <a:srgbClr val="193B34"/>
                </a:solidFill>
                <a:latin typeface="Arial"/>
                <a:ea typeface="Arial"/>
                <a:cs typeface="Arial"/>
              </a:defRPr>
            </a:lvl6pPr>
            <a:lvl7pPr algn="l">
              <a:defRPr sz="1875" b="1">
                <a:solidFill>
                  <a:srgbClr val="193B34"/>
                </a:solidFill>
                <a:latin typeface="Arial"/>
                <a:ea typeface="Arial"/>
                <a:cs typeface="Arial"/>
              </a:defRPr>
            </a:lvl7pPr>
            <a:lvl8pPr algn="l">
              <a:defRPr sz="1875" b="1">
                <a:solidFill>
                  <a:srgbClr val="193B34"/>
                </a:solidFill>
                <a:latin typeface="Arial"/>
                <a:ea typeface="Arial"/>
                <a:cs typeface="Arial"/>
              </a:defRPr>
            </a:lvl8pPr>
            <a:lvl9pPr algn="l">
              <a:defRPr sz="1875" b="1">
                <a:solidFill>
                  <a:srgbClr val="193B34"/>
                </a:solidFill>
                <a:latin typeface="Arial"/>
                <a:ea typeface="Arial"/>
                <a:cs typeface="Arial"/>
              </a:defRPr>
            </a:lvl9pPr>
          </a:lstStyle>
          <a:p xmlns:a="http://schemas.openxmlformats.org/drawingml/2006/main">
            <a:pPr algn="l">
              <a:defRPr sz="1875" b="1">
                <a:solidFill>
                  <a:srgbClr val="193B34"/>
                </a:solidFill>
                <a:latin typeface="Arial"/>
                <a:ea typeface="Arial"/>
                <a:cs typeface="Arial"/>
              </a:defRPr>
            </a:pPr>
            <a:r>
              <a:rPr sz="1875" b="1">
                <a:solidFill>
                  <a:srgbClr val="193B34"/>
                </a:solidFill>
                <a:latin typeface="Arial"/>
                <a:ea typeface="Arial"/>
                <a:cs typeface="Arial"/>
              </a:rPr>
              <a:t>03  Compare</a:t>
            </a:r>
          </a:p>
        </p:txBody>
      </p:sp>
      <p:sp>
        <p:nvSpPr>
          <p:cNvPr id="22" name="Logistic Regression / SVM">
            <a:extLst xmlns:a="http://schemas.openxmlformats.org/drawingml/2006/main">
              <a:ext uri="{FF2B5EF4-FFF2-40B4-BE49-F238E27FC236}">
                <a16:creationId xmlns:a16="http://schemas.microsoft.com/office/drawing/2014/main" id="{11B8D5B3-5DB4-4FE5-A003-328EADA247C3}"/>
              </a:ext>
            </a:extLst>
          </p:cNvPr>
          <p:cNvSpPr>
            <a:spLocks xmlns:a="http://schemas.openxmlformats.org/drawingml/2006/main" noGrp="1"/>
          </p:cNvSpPr>
          <p:nvPr/>
        </p:nvSpPr>
        <p:spPr>
          <a:xfrm xmlns:a="http://schemas.openxmlformats.org/drawingml/2006/main">
            <a:off x="6534150" y="4981575"/>
            <a:ext cx="20383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B7068"/>
                </a:solidFill>
                <a:latin typeface="Arial"/>
                <a:ea typeface="Arial"/>
                <a:cs typeface="Arial"/>
              </a:defRPr>
            </a:defPPr>
            <a:lvl1pPr algn="l">
              <a:defRPr sz="1500" b="0">
                <a:solidFill>
                  <a:srgbClr val="5B7068"/>
                </a:solidFill>
                <a:latin typeface="Arial"/>
                <a:ea typeface="Arial"/>
                <a:cs typeface="Arial"/>
              </a:defRPr>
            </a:lvl1pPr>
            <a:lvl2pPr algn="l">
              <a:defRPr sz="1500" b="0">
                <a:solidFill>
                  <a:srgbClr val="5B7068"/>
                </a:solidFill>
                <a:latin typeface="Arial"/>
                <a:ea typeface="Arial"/>
                <a:cs typeface="Arial"/>
              </a:defRPr>
            </a:lvl2pPr>
            <a:lvl3pPr algn="l">
              <a:defRPr sz="1500" b="0">
                <a:solidFill>
                  <a:srgbClr val="5B7068"/>
                </a:solidFill>
                <a:latin typeface="Arial"/>
                <a:ea typeface="Arial"/>
                <a:cs typeface="Arial"/>
              </a:defRPr>
            </a:lvl3pPr>
            <a:lvl4pPr algn="l">
              <a:defRPr sz="1500" b="0">
                <a:solidFill>
                  <a:srgbClr val="5B7068"/>
                </a:solidFill>
                <a:latin typeface="Arial"/>
                <a:ea typeface="Arial"/>
                <a:cs typeface="Arial"/>
              </a:defRPr>
            </a:lvl4pPr>
            <a:lvl5pPr algn="l">
              <a:defRPr sz="1500" b="0">
                <a:solidFill>
                  <a:srgbClr val="5B7068"/>
                </a:solidFill>
                <a:latin typeface="Arial"/>
                <a:ea typeface="Arial"/>
                <a:cs typeface="Arial"/>
              </a:defRPr>
            </a:lvl5pPr>
            <a:lvl6pPr algn="l">
              <a:defRPr sz="1500" b="0">
                <a:solidFill>
                  <a:srgbClr val="5B7068"/>
                </a:solidFill>
                <a:latin typeface="Arial"/>
                <a:ea typeface="Arial"/>
                <a:cs typeface="Arial"/>
              </a:defRPr>
            </a:lvl6pPr>
            <a:lvl7pPr algn="l">
              <a:defRPr sz="1500" b="0">
                <a:solidFill>
                  <a:srgbClr val="5B7068"/>
                </a:solidFill>
                <a:latin typeface="Arial"/>
                <a:ea typeface="Arial"/>
                <a:cs typeface="Arial"/>
              </a:defRPr>
            </a:lvl7pPr>
            <a:lvl8pPr algn="l">
              <a:defRPr sz="1500" b="0">
                <a:solidFill>
                  <a:srgbClr val="5B7068"/>
                </a:solidFill>
                <a:latin typeface="Arial"/>
                <a:ea typeface="Arial"/>
                <a:cs typeface="Arial"/>
              </a:defRPr>
            </a:lvl8pPr>
            <a:lvl9pPr algn="l">
              <a:defRPr sz="1500" b="0">
                <a:solidFill>
                  <a:srgbClr val="5B7068"/>
                </a:solidFill>
                <a:latin typeface="Arial"/>
                <a:ea typeface="Arial"/>
                <a:cs typeface="Arial"/>
              </a:defRPr>
            </a:lvl9pPr>
          </a:lstStyle>
          <a:p xmlns:a="http://schemas.openxmlformats.org/drawingml/2006/main">
            <a:pPr algn="l">
              <a:defRPr sz="1500" b="0">
                <a:solidFill>
                  <a:srgbClr val="5B7068"/>
                </a:solidFill>
                <a:latin typeface="Arial"/>
                <a:ea typeface="Arial"/>
                <a:cs typeface="Arial"/>
              </a:defRPr>
            </a:pPr>
            <a:r>
              <a:rPr sz="1500" b="0">
                <a:solidFill>
                  <a:srgbClr val="5B7068"/>
                </a:solidFill>
                <a:latin typeface="Arial"/>
                <a:ea typeface="Arial"/>
                <a:cs typeface="Arial"/>
              </a:rPr>
              <a:t>Logistic Regression / SVM</a:t>
            </a:r>
          </a:p>
        </p:txBody>
      </p:sp>
      <p:sp>
        <p:nvSpPr>
          <p:cNvPr id="23" name="">
            <a:extLst xmlns:a="http://schemas.openxmlformats.org/drawingml/2006/main">
              <a:ext uri="{FF2B5EF4-FFF2-40B4-BE49-F238E27FC236}">
                <a16:creationId xmlns:a16="http://schemas.microsoft.com/office/drawing/2014/main" id="{87049AFA-3FCB-42EF-8B2D-DC193757FAF2}"/>
              </a:ext>
            </a:extLst>
          </p:cNvPr>
          <p:cNvSpPr>
            <a:spLocks xmlns:a="http://schemas.openxmlformats.org/drawingml/2006/main" noGrp="1"/>
          </p:cNvSpPr>
          <p:nvPr/>
        </p:nvSpPr>
        <p:spPr>
          <a:xfrm xmlns:a="http://schemas.openxmlformats.org/drawingml/2006/main">
            <a:off x="9277350" y="4438650"/>
            <a:ext cx="2381250" cy="1038225"/>
          </a:xfrm>
          <a:prstGeom xmlns:a="http://schemas.openxmlformats.org/drawingml/2006/main" prst="rect">
            <a:avLst/>
          </a:prstGeom>
          <a:solidFill xmlns:a="http://schemas.openxmlformats.org/drawingml/2006/main">
            <a:srgbClr val="C5DC9C"/>
          </a:solidFill>
          <a:ln xmlns:a="http://schemas.openxmlformats.org/drawingml/2006/main" w="0">
            <a:noFill/>
            <a:prstDash val="solid"/>
          </a:ln>
        </p:spPr>
      </p:sp>
      <p:sp>
        <p:nvSpPr>
          <p:cNvPr id="24" name="04  Select">
            <a:extLst xmlns:a="http://schemas.openxmlformats.org/drawingml/2006/main">
              <a:ext uri="{FF2B5EF4-FFF2-40B4-BE49-F238E27FC236}">
                <a16:creationId xmlns:a16="http://schemas.microsoft.com/office/drawing/2014/main" id="{A93380B6-A0B5-4C07-92D9-0D1860775EE6}"/>
              </a:ext>
            </a:extLst>
          </p:cNvPr>
          <p:cNvSpPr>
            <a:spLocks xmlns:a="http://schemas.openxmlformats.org/drawingml/2006/main" noGrp="1"/>
          </p:cNvSpPr>
          <p:nvPr/>
        </p:nvSpPr>
        <p:spPr>
          <a:xfrm xmlns:a="http://schemas.openxmlformats.org/drawingml/2006/main">
            <a:off x="9448800" y="4600575"/>
            <a:ext cx="20383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93B34"/>
                </a:solidFill>
                <a:latin typeface="Arial"/>
                <a:ea typeface="Arial"/>
                <a:cs typeface="Arial"/>
              </a:defRPr>
            </a:defPPr>
            <a:lvl1pPr algn="l">
              <a:defRPr sz="1875" b="1">
                <a:solidFill>
                  <a:srgbClr val="193B34"/>
                </a:solidFill>
                <a:latin typeface="Arial"/>
                <a:ea typeface="Arial"/>
                <a:cs typeface="Arial"/>
              </a:defRPr>
            </a:lvl1pPr>
            <a:lvl2pPr algn="l">
              <a:defRPr sz="1875" b="1">
                <a:solidFill>
                  <a:srgbClr val="193B34"/>
                </a:solidFill>
                <a:latin typeface="Arial"/>
                <a:ea typeface="Arial"/>
                <a:cs typeface="Arial"/>
              </a:defRPr>
            </a:lvl2pPr>
            <a:lvl3pPr algn="l">
              <a:defRPr sz="1875" b="1">
                <a:solidFill>
                  <a:srgbClr val="193B34"/>
                </a:solidFill>
                <a:latin typeface="Arial"/>
                <a:ea typeface="Arial"/>
                <a:cs typeface="Arial"/>
              </a:defRPr>
            </a:lvl3pPr>
            <a:lvl4pPr algn="l">
              <a:defRPr sz="1875" b="1">
                <a:solidFill>
                  <a:srgbClr val="193B34"/>
                </a:solidFill>
                <a:latin typeface="Arial"/>
                <a:ea typeface="Arial"/>
                <a:cs typeface="Arial"/>
              </a:defRPr>
            </a:lvl4pPr>
            <a:lvl5pPr algn="l">
              <a:defRPr sz="1875" b="1">
                <a:solidFill>
                  <a:srgbClr val="193B34"/>
                </a:solidFill>
                <a:latin typeface="Arial"/>
                <a:ea typeface="Arial"/>
                <a:cs typeface="Arial"/>
              </a:defRPr>
            </a:lvl5pPr>
            <a:lvl6pPr algn="l">
              <a:defRPr sz="1875" b="1">
                <a:solidFill>
                  <a:srgbClr val="193B34"/>
                </a:solidFill>
                <a:latin typeface="Arial"/>
                <a:ea typeface="Arial"/>
                <a:cs typeface="Arial"/>
              </a:defRPr>
            </a:lvl6pPr>
            <a:lvl7pPr algn="l">
              <a:defRPr sz="1875" b="1">
                <a:solidFill>
                  <a:srgbClr val="193B34"/>
                </a:solidFill>
                <a:latin typeface="Arial"/>
                <a:ea typeface="Arial"/>
                <a:cs typeface="Arial"/>
              </a:defRPr>
            </a:lvl7pPr>
            <a:lvl8pPr algn="l">
              <a:defRPr sz="1875" b="1">
                <a:solidFill>
                  <a:srgbClr val="193B34"/>
                </a:solidFill>
                <a:latin typeface="Arial"/>
                <a:ea typeface="Arial"/>
                <a:cs typeface="Arial"/>
              </a:defRPr>
            </a:lvl8pPr>
            <a:lvl9pPr algn="l">
              <a:defRPr sz="1875" b="1">
                <a:solidFill>
                  <a:srgbClr val="193B34"/>
                </a:solidFill>
                <a:latin typeface="Arial"/>
                <a:ea typeface="Arial"/>
                <a:cs typeface="Arial"/>
              </a:defRPr>
            </a:lvl9pPr>
          </a:lstStyle>
          <a:p xmlns:a="http://schemas.openxmlformats.org/drawingml/2006/main">
            <a:pPr algn="l">
              <a:defRPr sz="1875" b="1">
                <a:solidFill>
                  <a:srgbClr val="193B34"/>
                </a:solidFill>
                <a:latin typeface="Arial"/>
                <a:ea typeface="Arial"/>
                <a:cs typeface="Arial"/>
              </a:defRPr>
            </a:pPr>
            <a:r>
              <a:rPr sz="1875" b="1">
                <a:solidFill>
                  <a:srgbClr val="193B34"/>
                </a:solidFill>
                <a:latin typeface="Arial"/>
                <a:ea typeface="Arial"/>
                <a:cs typeface="Arial"/>
              </a:rPr>
              <a:t>04  Select</a:t>
            </a:r>
          </a:p>
        </p:txBody>
      </p:sp>
      <p:sp>
        <p:nvSpPr>
          <p:cNvPr id="25" name="Save Logistic Regression">
            <a:extLst xmlns:a="http://schemas.openxmlformats.org/drawingml/2006/main">
              <a:ext uri="{FF2B5EF4-FFF2-40B4-BE49-F238E27FC236}">
                <a16:creationId xmlns:a16="http://schemas.microsoft.com/office/drawing/2014/main" id="{CD03F8BE-E0F7-4F65-AF44-3788115C40EC}"/>
              </a:ext>
            </a:extLst>
          </p:cNvPr>
          <p:cNvSpPr>
            <a:spLocks xmlns:a="http://schemas.openxmlformats.org/drawingml/2006/main" noGrp="1"/>
          </p:cNvSpPr>
          <p:nvPr/>
        </p:nvSpPr>
        <p:spPr>
          <a:xfrm xmlns:a="http://schemas.openxmlformats.org/drawingml/2006/main">
            <a:off x="9448800" y="4981575"/>
            <a:ext cx="20383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B7068"/>
                </a:solidFill>
                <a:latin typeface="Arial"/>
                <a:ea typeface="Arial"/>
                <a:cs typeface="Arial"/>
              </a:defRPr>
            </a:defPPr>
            <a:lvl1pPr algn="l">
              <a:defRPr sz="1500" b="0">
                <a:solidFill>
                  <a:srgbClr val="5B7068"/>
                </a:solidFill>
                <a:latin typeface="Arial"/>
                <a:ea typeface="Arial"/>
                <a:cs typeface="Arial"/>
              </a:defRPr>
            </a:lvl1pPr>
            <a:lvl2pPr algn="l">
              <a:defRPr sz="1500" b="0">
                <a:solidFill>
                  <a:srgbClr val="5B7068"/>
                </a:solidFill>
                <a:latin typeface="Arial"/>
                <a:ea typeface="Arial"/>
                <a:cs typeface="Arial"/>
              </a:defRPr>
            </a:lvl2pPr>
            <a:lvl3pPr algn="l">
              <a:defRPr sz="1500" b="0">
                <a:solidFill>
                  <a:srgbClr val="5B7068"/>
                </a:solidFill>
                <a:latin typeface="Arial"/>
                <a:ea typeface="Arial"/>
                <a:cs typeface="Arial"/>
              </a:defRPr>
            </a:lvl3pPr>
            <a:lvl4pPr algn="l">
              <a:defRPr sz="1500" b="0">
                <a:solidFill>
                  <a:srgbClr val="5B7068"/>
                </a:solidFill>
                <a:latin typeface="Arial"/>
                <a:ea typeface="Arial"/>
                <a:cs typeface="Arial"/>
              </a:defRPr>
            </a:lvl4pPr>
            <a:lvl5pPr algn="l">
              <a:defRPr sz="1500" b="0">
                <a:solidFill>
                  <a:srgbClr val="5B7068"/>
                </a:solidFill>
                <a:latin typeface="Arial"/>
                <a:ea typeface="Arial"/>
                <a:cs typeface="Arial"/>
              </a:defRPr>
            </a:lvl5pPr>
            <a:lvl6pPr algn="l">
              <a:defRPr sz="1500" b="0">
                <a:solidFill>
                  <a:srgbClr val="5B7068"/>
                </a:solidFill>
                <a:latin typeface="Arial"/>
                <a:ea typeface="Arial"/>
                <a:cs typeface="Arial"/>
              </a:defRPr>
            </a:lvl6pPr>
            <a:lvl7pPr algn="l">
              <a:defRPr sz="1500" b="0">
                <a:solidFill>
                  <a:srgbClr val="5B7068"/>
                </a:solidFill>
                <a:latin typeface="Arial"/>
                <a:ea typeface="Arial"/>
                <a:cs typeface="Arial"/>
              </a:defRPr>
            </a:lvl7pPr>
            <a:lvl8pPr algn="l">
              <a:defRPr sz="1500" b="0">
                <a:solidFill>
                  <a:srgbClr val="5B7068"/>
                </a:solidFill>
                <a:latin typeface="Arial"/>
                <a:ea typeface="Arial"/>
                <a:cs typeface="Arial"/>
              </a:defRPr>
            </a:lvl8pPr>
            <a:lvl9pPr algn="l">
              <a:defRPr sz="1500" b="0">
                <a:solidFill>
                  <a:srgbClr val="5B7068"/>
                </a:solidFill>
                <a:latin typeface="Arial"/>
                <a:ea typeface="Arial"/>
                <a:cs typeface="Arial"/>
              </a:defRPr>
            </a:lvl9pPr>
          </a:lstStyle>
          <a:p xmlns:a="http://schemas.openxmlformats.org/drawingml/2006/main">
            <a:pPr algn="l">
              <a:defRPr sz="1500" b="0">
                <a:solidFill>
                  <a:srgbClr val="5B7068"/>
                </a:solidFill>
                <a:latin typeface="Arial"/>
                <a:ea typeface="Arial"/>
                <a:cs typeface="Arial"/>
              </a:defRPr>
            </a:pPr>
            <a:r>
              <a:rPr sz="1500" b="0">
                <a:solidFill>
                  <a:srgbClr val="5B7068"/>
                </a:solidFill>
                <a:latin typeface="Arial"/>
                <a:ea typeface="Arial"/>
                <a:cs typeface="Arial"/>
              </a:rPr>
              <a:t>Save Logistic Regression</a:t>
            </a:r>
          </a:p>
        </p:txBody>
      </p:sp>
      <p:sp>
        <p:nvSpPr>
          <p:cNvPr id="29" name="Selection uses validation macro-F1. Final results use held-o">
            <a:extLst xmlns:a="http://schemas.openxmlformats.org/drawingml/2006/main">
              <a:ext uri="{FF2B5EF4-FFF2-40B4-BE49-F238E27FC236}">
                <a16:creationId xmlns:a16="http://schemas.microsoft.com/office/drawing/2014/main" id="{9CC6A9D5-5511-41A1-A8DE-7F7F9310F207}"/>
              </a:ext>
            </a:extLst>
          </p:cNvPr>
          <p:cNvSpPr>
            <a:spLocks xmlns:a="http://schemas.openxmlformats.org/drawingml/2006/main" noGrp="1"/>
          </p:cNvSpPr>
          <p:nvPr/>
        </p:nvSpPr>
        <p:spPr>
          <a:xfrm xmlns:a="http://schemas.openxmlformats.org/drawingml/2006/main">
            <a:off x="533400" y="5857875"/>
            <a:ext cx="111252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B7068"/>
                </a:solidFill>
                <a:latin typeface="Arial"/>
                <a:ea typeface="Arial"/>
                <a:cs typeface="Arial"/>
              </a:defRPr>
            </a:defPPr>
            <a:lvl1pPr algn="l">
              <a:defRPr sz="1725" b="0">
                <a:solidFill>
                  <a:srgbClr val="5B7068"/>
                </a:solidFill>
                <a:latin typeface="Arial"/>
                <a:ea typeface="Arial"/>
                <a:cs typeface="Arial"/>
              </a:defRPr>
            </a:lvl1pPr>
            <a:lvl2pPr algn="l">
              <a:defRPr sz="1725" b="0">
                <a:solidFill>
                  <a:srgbClr val="5B7068"/>
                </a:solidFill>
                <a:latin typeface="Arial"/>
                <a:ea typeface="Arial"/>
                <a:cs typeface="Arial"/>
              </a:defRPr>
            </a:lvl2pPr>
            <a:lvl3pPr algn="l">
              <a:defRPr sz="1725" b="0">
                <a:solidFill>
                  <a:srgbClr val="5B7068"/>
                </a:solidFill>
                <a:latin typeface="Arial"/>
                <a:ea typeface="Arial"/>
                <a:cs typeface="Arial"/>
              </a:defRPr>
            </a:lvl3pPr>
            <a:lvl4pPr algn="l">
              <a:defRPr sz="1725" b="0">
                <a:solidFill>
                  <a:srgbClr val="5B7068"/>
                </a:solidFill>
                <a:latin typeface="Arial"/>
                <a:ea typeface="Arial"/>
                <a:cs typeface="Arial"/>
              </a:defRPr>
            </a:lvl4pPr>
            <a:lvl5pPr algn="l">
              <a:defRPr sz="1725" b="0">
                <a:solidFill>
                  <a:srgbClr val="5B7068"/>
                </a:solidFill>
                <a:latin typeface="Arial"/>
                <a:ea typeface="Arial"/>
                <a:cs typeface="Arial"/>
              </a:defRPr>
            </a:lvl5pPr>
            <a:lvl6pPr algn="l">
              <a:defRPr sz="1725" b="0">
                <a:solidFill>
                  <a:srgbClr val="5B7068"/>
                </a:solidFill>
                <a:latin typeface="Arial"/>
                <a:ea typeface="Arial"/>
                <a:cs typeface="Arial"/>
              </a:defRPr>
            </a:lvl6pPr>
            <a:lvl7pPr algn="l">
              <a:defRPr sz="1725" b="0">
                <a:solidFill>
                  <a:srgbClr val="5B7068"/>
                </a:solidFill>
                <a:latin typeface="Arial"/>
                <a:ea typeface="Arial"/>
                <a:cs typeface="Arial"/>
              </a:defRPr>
            </a:lvl7pPr>
            <a:lvl8pPr algn="l">
              <a:defRPr sz="1725" b="0">
                <a:solidFill>
                  <a:srgbClr val="5B7068"/>
                </a:solidFill>
                <a:latin typeface="Arial"/>
                <a:ea typeface="Arial"/>
                <a:cs typeface="Arial"/>
              </a:defRPr>
            </a:lvl8pPr>
            <a:lvl9pPr algn="l">
              <a:defRPr sz="1725" b="0">
                <a:solidFill>
                  <a:srgbClr val="5B7068"/>
                </a:solidFill>
                <a:latin typeface="Arial"/>
                <a:ea typeface="Arial"/>
                <a:cs typeface="Arial"/>
              </a:defRPr>
            </a:lvl9pPr>
          </a:lstStyle>
          <a:p xmlns:a="http://schemas.openxmlformats.org/drawingml/2006/main">
            <a:pPr algn="l">
              <a:defRPr sz="1725" b="0">
                <a:solidFill>
                  <a:srgbClr val="5B7068"/>
                </a:solidFill>
                <a:latin typeface="Arial"/>
                <a:ea typeface="Arial"/>
                <a:cs typeface="Arial"/>
              </a:defRPr>
            </a:pPr>
            <a:r>
              <a:rPr sz="1725" b="0">
                <a:solidFill>
                  <a:srgbClr val="5B7068"/>
                </a:solidFill>
                <a:latin typeface="Arial"/>
                <a:ea typeface="Arial"/>
                <a:cs typeface="Arial"/>
              </a:rPr>
              <a:t>Selection uses validation macro-F1. Final results use held-out test sets.</a:t>
            </a:r>
          </a:p>
        </p:txBody>
      </p:sp>
    </p:spTree>
    <p:extLst>
      <p:ext uri="{BB962C8B-B14F-4D97-AF65-F5344CB8AC3E}">
        <p14:creationId xmlns:p14="http://schemas.microsoft.com/office/powerpoint/2010/main" val="1875332448"/>
      </p:ext>
    </p:extLst>
  </p:cSld>
</p:sld>
</file>

<file path=ppt/slides/slide6.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8" name="TECHNOLOGY STACK">
            <a:extLst xmlns:a="http://schemas.openxmlformats.org/drawingml/2006/main">
              <a:ext uri="{FF2B5EF4-FFF2-40B4-BE49-F238E27FC236}">
                <a16:creationId xmlns:a16="http://schemas.microsoft.com/office/drawing/2014/main" id="{00FEB1AA-B227-475E-B3E4-2D16D857632F}"/>
              </a:ext>
            </a:extLst>
          </p:cNvPr>
          <p:cNvSpPr>
            <a:spLocks xmlns:a="http://schemas.openxmlformats.org/drawingml/2006/main" noGrp="1"/>
          </p:cNvSpPr>
          <p:nvPr/>
        </p:nvSpPr>
        <p:spPr>
          <a:xfrm xmlns:a="http://schemas.openxmlformats.org/drawingml/2006/main">
            <a:off x="533400" y="34290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5B7068"/>
                </a:solidFill>
                <a:latin typeface="Arial"/>
                <a:ea typeface="Arial"/>
                <a:cs typeface="Arial"/>
              </a:defRPr>
            </a:defPPr>
            <a:lvl1pPr algn="l">
              <a:defRPr sz="1200" b="1">
                <a:solidFill>
                  <a:srgbClr val="5B7068"/>
                </a:solidFill>
                <a:latin typeface="Arial"/>
                <a:ea typeface="Arial"/>
                <a:cs typeface="Arial"/>
              </a:defRPr>
            </a:lvl1pPr>
            <a:lvl2pPr algn="l">
              <a:defRPr sz="1200" b="1">
                <a:solidFill>
                  <a:srgbClr val="5B7068"/>
                </a:solidFill>
                <a:latin typeface="Arial"/>
                <a:ea typeface="Arial"/>
                <a:cs typeface="Arial"/>
              </a:defRPr>
            </a:lvl2pPr>
            <a:lvl3pPr algn="l">
              <a:defRPr sz="1200" b="1">
                <a:solidFill>
                  <a:srgbClr val="5B7068"/>
                </a:solidFill>
                <a:latin typeface="Arial"/>
                <a:ea typeface="Arial"/>
                <a:cs typeface="Arial"/>
              </a:defRPr>
            </a:lvl3pPr>
            <a:lvl4pPr algn="l">
              <a:defRPr sz="1200" b="1">
                <a:solidFill>
                  <a:srgbClr val="5B7068"/>
                </a:solidFill>
                <a:latin typeface="Arial"/>
                <a:ea typeface="Arial"/>
                <a:cs typeface="Arial"/>
              </a:defRPr>
            </a:lvl4pPr>
            <a:lvl5pPr algn="l">
              <a:defRPr sz="1200" b="1">
                <a:solidFill>
                  <a:srgbClr val="5B7068"/>
                </a:solidFill>
                <a:latin typeface="Arial"/>
                <a:ea typeface="Arial"/>
                <a:cs typeface="Arial"/>
              </a:defRPr>
            </a:lvl5pPr>
            <a:lvl6pPr algn="l">
              <a:defRPr sz="1200" b="1">
                <a:solidFill>
                  <a:srgbClr val="5B7068"/>
                </a:solidFill>
                <a:latin typeface="Arial"/>
                <a:ea typeface="Arial"/>
                <a:cs typeface="Arial"/>
              </a:defRPr>
            </a:lvl6pPr>
            <a:lvl7pPr algn="l">
              <a:defRPr sz="1200" b="1">
                <a:solidFill>
                  <a:srgbClr val="5B7068"/>
                </a:solidFill>
                <a:latin typeface="Arial"/>
                <a:ea typeface="Arial"/>
                <a:cs typeface="Arial"/>
              </a:defRPr>
            </a:lvl7pPr>
            <a:lvl8pPr algn="l">
              <a:defRPr sz="1200" b="1">
                <a:solidFill>
                  <a:srgbClr val="5B7068"/>
                </a:solidFill>
                <a:latin typeface="Arial"/>
                <a:ea typeface="Arial"/>
                <a:cs typeface="Arial"/>
              </a:defRPr>
            </a:lvl8pPr>
            <a:lvl9pPr algn="l">
              <a:defRPr sz="1200" b="1">
                <a:solidFill>
                  <a:srgbClr val="5B7068"/>
                </a:solidFill>
                <a:latin typeface="Arial"/>
                <a:ea typeface="Arial"/>
                <a:cs typeface="Arial"/>
              </a:defRPr>
            </a:lvl9pPr>
          </a:lstStyle>
          <a:p xmlns:a="http://schemas.openxmlformats.org/drawingml/2006/main">
            <a:pPr algn="l">
              <a:defRPr sz="1200" b="1">
                <a:solidFill>
                  <a:srgbClr val="5B7068"/>
                </a:solidFill>
                <a:latin typeface="Arial"/>
                <a:ea typeface="Arial"/>
                <a:cs typeface="Arial"/>
              </a:defRPr>
            </a:pPr>
            <a:r>
              <a:rPr sz="1200" b="1">
                <a:solidFill>
                  <a:srgbClr val="5B7068"/>
                </a:solidFill>
                <a:latin typeface="Arial"/>
                <a:ea typeface="Arial"/>
                <a:cs typeface="Arial"/>
              </a:rPr>
              <a:t>TECHNOLOGY STACK</a:t>
            </a:r>
          </a:p>
        </p:txBody>
      </p:sp>
      <p:sp>
        <p:nvSpPr>
          <p:cNvPr id="2" name="Python ML with a browser-based interface">
            <a:extLst xmlns:a="http://schemas.openxmlformats.org/drawingml/2006/main">
              <a:ext uri="{FF2B5EF4-FFF2-40B4-BE49-F238E27FC236}">
                <a16:creationId xmlns:a16="http://schemas.microsoft.com/office/drawing/2014/main" id="{69C62B82-44F9-4835-9468-694E1C603A91}"/>
              </a:ext>
            </a:extLst>
          </p:cNvPr>
          <p:cNvSpPr>
            <a:spLocks xmlns:a="http://schemas.openxmlformats.org/drawingml/2006/main" noGrp="1"/>
          </p:cNvSpPr>
          <p:nvPr/>
        </p:nvSpPr>
        <p:spPr>
          <a:xfrm xmlns:a="http://schemas.openxmlformats.org/drawingml/2006/main">
            <a:off x="533400" y="762000"/>
            <a:ext cx="11125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B34"/>
                </a:solidFill>
                <a:latin typeface="Arial"/>
                <a:ea typeface="Arial"/>
                <a:cs typeface="Arial"/>
              </a:defRPr>
            </a:defPPr>
            <a:lvl1pPr algn="l">
              <a:defRPr sz="3300" b="1">
                <a:solidFill>
                  <a:srgbClr val="193B34"/>
                </a:solidFill>
                <a:latin typeface="Arial"/>
                <a:ea typeface="Arial"/>
                <a:cs typeface="Arial"/>
              </a:defRPr>
            </a:lvl1pPr>
            <a:lvl2pPr algn="l">
              <a:defRPr sz="3300" b="1">
                <a:solidFill>
                  <a:srgbClr val="193B34"/>
                </a:solidFill>
                <a:latin typeface="Arial"/>
                <a:ea typeface="Arial"/>
                <a:cs typeface="Arial"/>
              </a:defRPr>
            </a:lvl2pPr>
            <a:lvl3pPr algn="l">
              <a:defRPr sz="3300" b="1">
                <a:solidFill>
                  <a:srgbClr val="193B34"/>
                </a:solidFill>
                <a:latin typeface="Arial"/>
                <a:ea typeface="Arial"/>
                <a:cs typeface="Arial"/>
              </a:defRPr>
            </a:lvl3pPr>
            <a:lvl4pPr algn="l">
              <a:defRPr sz="3300" b="1">
                <a:solidFill>
                  <a:srgbClr val="193B34"/>
                </a:solidFill>
                <a:latin typeface="Arial"/>
                <a:ea typeface="Arial"/>
                <a:cs typeface="Arial"/>
              </a:defRPr>
            </a:lvl4pPr>
            <a:lvl5pPr algn="l">
              <a:defRPr sz="3300" b="1">
                <a:solidFill>
                  <a:srgbClr val="193B34"/>
                </a:solidFill>
                <a:latin typeface="Arial"/>
                <a:ea typeface="Arial"/>
                <a:cs typeface="Arial"/>
              </a:defRPr>
            </a:lvl5pPr>
            <a:lvl6pPr algn="l">
              <a:defRPr sz="3300" b="1">
                <a:solidFill>
                  <a:srgbClr val="193B34"/>
                </a:solidFill>
                <a:latin typeface="Arial"/>
                <a:ea typeface="Arial"/>
                <a:cs typeface="Arial"/>
              </a:defRPr>
            </a:lvl6pPr>
            <a:lvl7pPr algn="l">
              <a:defRPr sz="3300" b="1">
                <a:solidFill>
                  <a:srgbClr val="193B34"/>
                </a:solidFill>
                <a:latin typeface="Arial"/>
                <a:ea typeface="Arial"/>
                <a:cs typeface="Arial"/>
              </a:defRPr>
            </a:lvl7pPr>
            <a:lvl8pPr algn="l">
              <a:defRPr sz="3300" b="1">
                <a:solidFill>
                  <a:srgbClr val="193B34"/>
                </a:solidFill>
                <a:latin typeface="Arial"/>
                <a:ea typeface="Arial"/>
                <a:cs typeface="Arial"/>
              </a:defRPr>
            </a:lvl8pPr>
            <a:lvl9pPr algn="l">
              <a:defRPr sz="3300" b="1">
                <a:solidFill>
                  <a:srgbClr val="193B34"/>
                </a:solidFill>
                <a:latin typeface="Arial"/>
                <a:ea typeface="Arial"/>
                <a:cs typeface="Arial"/>
              </a:defRPr>
            </a:lvl9pPr>
          </a:lstStyle>
          <a:p xmlns:a="http://schemas.openxmlformats.org/drawingml/2006/main">
            <a:pPr algn="l">
              <a:defRPr sz="3300" b="1">
                <a:solidFill>
                  <a:srgbClr val="193B34"/>
                </a:solidFill>
                <a:latin typeface="Arial"/>
                <a:ea typeface="Arial"/>
                <a:cs typeface="Arial"/>
              </a:defRPr>
            </a:pPr>
            <a:r>
              <a:rPr sz="3300" b="1">
                <a:solidFill>
                  <a:srgbClr val="193B34"/>
                </a:solidFill>
                <a:latin typeface="Arial"/>
                <a:ea typeface="Arial"/>
                <a:cs typeface="Arial"/>
              </a:rPr>
              <a:t>Python ML with a browser-based interface</a:t>
            </a:r>
          </a:p>
        </p:txBody>
      </p:sp>
      <p:sp>
        <p:nvSpPr>
          <p:cNvPr id="3" name="">
            <a:extLst xmlns:a="http://schemas.openxmlformats.org/drawingml/2006/main">
              <a:ext uri="{FF2B5EF4-FFF2-40B4-BE49-F238E27FC236}">
                <a16:creationId xmlns:a16="http://schemas.microsoft.com/office/drawing/2014/main" id="{9E7DB547-55BB-4AF6-A797-9256253879FE}"/>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D4DED4"/>
          </a:solidFill>
          <a:ln xmlns:a="http://schemas.openxmlformats.org/drawingml/2006/main" w="0">
            <a:noFill/>
            <a:prstDash val="solid"/>
          </a:ln>
        </p:spPr>
      </p:sp>
      <p:sp>
        <p:nvSpPr>
          <p:cNvPr id="4" name="GD ARENA  /  ML TRAINING PROJECT">
            <a:extLst xmlns:a="http://schemas.openxmlformats.org/drawingml/2006/main">
              <a:ext uri="{FF2B5EF4-FFF2-40B4-BE49-F238E27FC236}">
                <a16:creationId xmlns:a16="http://schemas.microsoft.com/office/drawing/2014/main" id="{1EDE034F-75F6-4D1B-9977-3B10CCAA36B4}"/>
              </a:ext>
            </a:extLst>
          </p:cNvPr>
          <p:cNvSpPr>
            <a:spLocks xmlns:a="http://schemas.openxmlformats.org/drawingml/2006/main" noGrp="1"/>
          </p:cNvSpPr>
          <p:nvPr/>
        </p:nvSpPr>
        <p:spPr>
          <a:xfrm xmlns:a="http://schemas.openxmlformats.org/drawingml/2006/main">
            <a:off x="533400" y="6553200"/>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1">
                <a:solidFill>
                  <a:srgbClr val="5B7068"/>
                </a:solidFill>
                <a:latin typeface="Arial"/>
                <a:ea typeface="Arial"/>
                <a:cs typeface="Arial"/>
              </a:defRPr>
            </a:defPPr>
            <a:lvl1pPr algn="l">
              <a:defRPr sz="975" b="1">
                <a:solidFill>
                  <a:srgbClr val="5B7068"/>
                </a:solidFill>
                <a:latin typeface="Arial"/>
                <a:ea typeface="Arial"/>
                <a:cs typeface="Arial"/>
              </a:defRPr>
            </a:lvl1pPr>
            <a:lvl2pPr algn="l">
              <a:defRPr sz="975" b="1">
                <a:solidFill>
                  <a:srgbClr val="5B7068"/>
                </a:solidFill>
                <a:latin typeface="Arial"/>
                <a:ea typeface="Arial"/>
                <a:cs typeface="Arial"/>
              </a:defRPr>
            </a:lvl2pPr>
            <a:lvl3pPr algn="l">
              <a:defRPr sz="975" b="1">
                <a:solidFill>
                  <a:srgbClr val="5B7068"/>
                </a:solidFill>
                <a:latin typeface="Arial"/>
                <a:ea typeface="Arial"/>
                <a:cs typeface="Arial"/>
              </a:defRPr>
            </a:lvl3pPr>
            <a:lvl4pPr algn="l">
              <a:defRPr sz="975" b="1">
                <a:solidFill>
                  <a:srgbClr val="5B7068"/>
                </a:solidFill>
                <a:latin typeface="Arial"/>
                <a:ea typeface="Arial"/>
                <a:cs typeface="Arial"/>
              </a:defRPr>
            </a:lvl4pPr>
            <a:lvl5pPr algn="l">
              <a:defRPr sz="975" b="1">
                <a:solidFill>
                  <a:srgbClr val="5B7068"/>
                </a:solidFill>
                <a:latin typeface="Arial"/>
                <a:ea typeface="Arial"/>
                <a:cs typeface="Arial"/>
              </a:defRPr>
            </a:lvl5pPr>
            <a:lvl6pPr algn="l">
              <a:defRPr sz="975" b="1">
                <a:solidFill>
                  <a:srgbClr val="5B7068"/>
                </a:solidFill>
                <a:latin typeface="Arial"/>
                <a:ea typeface="Arial"/>
                <a:cs typeface="Arial"/>
              </a:defRPr>
            </a:lvl6pPr>
            <a:lvl7pPr algn="l">
              <a:defRPr sz="975" b="1">
                <a:solidFill>
                  <a:srgbClr val="5B7068"/>
                </a:solidFill>
                <a:latin typeface="Arial"/>
                <a:ea typeface="Arial"/>
                <a:cs typeface="Arial"/>
              </a:defRPr>
            </a:lvl7pPr>
            <a:lvl8pPr algn="l">
              <a:defRPr sz="975" b="1">
                <a:solidFill>
                  <a:srgbClr val="5B7068"/>
                </a:solidFill>
                <a:latin typeface="Arial"/>
                <a:ea typeface="Arial"/>
                <a:cs typeface="Arial"/>
              </a:defRPr>
            </a:lvl8pPr>
            <a:lvl9pPr algn="l">
              <a:defRPr sz="975" b="1">
                <a:solidFill>
                  <a:srgbClr val="5B7068"/>
                </a:solidFill>
                <a:latin typeface="Arial"/>
                <a:ea typeface="Arial"/>
                <a:cs typeface="Arial"/>
              </a:defRPr>
            </a:lvl9pPr>
          </a:lstStyle>
          <a:p xmlns:a="http://schemas.openxmlformats.org/drawingml/2006/main">
            <a:pPr algn="l">
              <a:defRPr sz="975" b="1">
                <a:solidFill>
                  <a:srgbClr val="5B7068"/>
                </a:solidFill>
                <a:latin typeface="Arial"/>
                <a:ea typeface="Arial"/>
                <a:cs typeface="Arial"/>
              </a:defRPr>
            </a:pPr>
            <a:r>
              <a:rPr sz="975" b="1">
                <a:solidFill>
                  <a:srgbClr val="5B7068"/>
                </a:solidFill>
                <a:latin typeface="Arial"/>
                <a:ea typeface="Arial"/>
                <a:cs typeface="Arial"/>
              </a:rPr>
              <a:t>GD ARENA  /  ML TRAINING PROJECT</a:t>
            </a:r>
          </a:p>
        </p:txBody>
      </p:sp>
      <p:sp>
        <p:nvSpPr>
          <p:cNvPr id="5" name="06 / 07">
            <a:extLst xmlns:a="http://schemas.openxmlformats.org/drawingml/2006/main">
              <a:ext uri="{FF2B5EF4-FFF2-40B4-BE49-F238E27FC236}">
                <a16:creationId xmlns:a16="http://schemas.microsoft.com/office/drawing/2014/main" id="{61E4AD1E-BCBB-42BC-80ED-92867CADB884}"/>
              </a:ext>
            </a:extLst>
          </p:cNvPr>
          <p:cNvSpPr>
            <a:spLocks xmlns:a="http://schemas.openxmlformats.org/drawingml/2006/main" noGrp="1"/>
          </p:cNvSpPr>
          <p:nvPr/>
        </p:nvSpPr>
        <p:spPr>
          <a:xfrm xmlns:a="http://schemas.openxmlformats.org/drawingml/2006/main">
            <a:off x="10648950" y="6534150"/>
            <a:ext cx="1009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B7068"/>
                </a:solidFill>
                <a:latin typeface="Arial"/>
                <a:ea typeface="Arial"/>
                <a:cs typeface="Arial"/>
              </a:defRPr>
            </a:defPPr>
            <a:lvl1pPr algn="r">
              <a:defRPr sz="1200" b="0">
                <a:solidFill>
                  <a:srgbClr val="5B7068"/>
                </a:solidFill>
                <a:latin typeface="Arial"/>
                <a:ea typeface="Arial"/>
                <a:cs typeface="Arial"/>
              </a:defRPr>
            </a:lvl1pPr>
            <a:lvl2pPr algn="r">
              <a:defRPr sz="1200" b="0">
                <a:solidFill>
                  <a:srgbClr val="5B7068"/>
                </a:solidFill>
                <a:latin typeface="Arial"/>
                <a:ea typeface="Arial"/>
                <a:cs typeface="Arial"/>
              </a:defRPr>
            </a:lvl2pPr>
            <a:lvl3pPr algn="r">
              <a:defRPr sz="1200" b="0">
                <a:solidFill>
                  <a:srgbClr val="5B7068"/>
                </a:solidFill>
                <a:latin typeface="Arial"/>
                <a:ea typeface="Arial"/>
                <a:cs typeface="Arial"/>
              </a:defRPr>
            </a:lvl3pPr>
            <a:lvl4pPr algn="r">
              <a:defRPr sz="1200" b="0">
                <a:solidFill>
                  <a:srgbClr val="5B7068"/>
                </a:solidFill>
                <a:latin typeface="Arial"/>
                <a:ea typeface="Arial"/>
                <a:cs typeface="Arial"/>
              </a:defRPr>
            </a:lvl4pPr>
            <a:lvl5pPr algn="r">
              <a:defRPr sz="1200" b="0">
                <a:solidFill>
                  <a:srgbClr val="5B7068"/>
                </a:solidFill>
                <a:latin typeface="Arial"/>
                <a:ea typeface="Arial"/>
                <a:cs typeface="Arial"/>
              </a:defRPr>
            </a:lvl5pPr>
            <a:lvl6pPr algn="r">
              <a:defRPr sz="1200" b="0">
                <a:solidFill>
                  <a:srgbClr val="5B7068"/>
                </a:solidFill>
                <a:latin typeface="Arial"/>
                <a:ea typeface="Arial"/>
                <a:cs typeface="Arial"/>
              </a:defRPr>
            </a:lvl6pPr>
            <a:lvl7pPr algn="r">
              <a:defRPr sz="1200" b="0">
                <a:solidFill>
                  <a:srgbClr val="5B7068"/>
                </a:solidFill>
                <a:latin typeface="Arial"/>
                <a:ea typeface="Arial"/>
                <a:cs typeface="Arial"/>
              </a:defRPr>
            </a:lvl7pPr>
            <a:lvl8pPr algn="r">
              <a:defRPr sz="1200" b="0">
                <a:solidFill>
                  <a:srgbClr val="5B7068"/>
                </a:solidFill>
                <a:latin typeface="Arial"/>
                <a:ea typeface="Arial"/>
                <a:cs typeface="Arial"/>
              </a:defRPr>
            </a:lvl8pPr>
            <a:lvl9pPr algn="r">
              <a:defRPr sz="1200" b="0">
                <a:solidFill>
                  <a:srgbClr val="5B7068"/>
                </a:solidFill>
                <a:latin typeface="Arial"/>
                <a:ea typeface="Arial"/>
                <a:cs typeface="Arial"/>
              </a:defRPr>
            </a:lvl9pPr>
          </a:lstStyle>
          <a:p xmlns:a="http://schemas.openxmlformats.org/drawingml/2006/main">
            <a:pPr algn="r">
              <a:defRPr sz="1200" b="0">
                <a:solidFill>
                  <a:srgbClr val="5B7068"/>
                </a:solidFill>
                <a:latin typeface="Arial"/>
                <a:ea typeface="Arial"/>
                <a:cs typeface="Arial"/>
              </a:defRPr>
            </a:pPr>
            <a:r>
              <a:rPr sz="1200" b="0">
                <a:solidFill>
                  <a:srgbClr val="5B7068"/>
                </a:solidFill>
                <a:latin typeface="Arial"/>
                <a:ea typeface="Arial"/>
                <a:cs typeface="Arial"/>
              </a:rPr>
              <a:t>06 / 07</a:t>
            </a:r>
          </a:p>
        </p:txBody>
      </p:sp>
      <p:graphicFrame>
        <p:nvGraphicFramePr>
          <p:cNvPr id="6" name="">
            <a:extLst xmlns:a="http://schemas.openxmlformats.org/drawingml/2006/main">
              <a:ext uri="{FF2B5EF4-FFF2-40B4-BE49-F238E27FC236}">
                <a16:creationId xmlns:a16="http://schemas.microsoft.com/office/drawing/2014/main" id="{F55CF540-678D-4FD7-B28F-F57185C2F81D}"/>
              </a:ext>
            </a:extLst>
          </p:cNvPr>
          <p:cNvGraphicFramePr/>
          <p:nvPr/>
        </p:nvGraphicFramePr>
        <p:xfrm>
          <a:off xmlns:a="http://schemas.openxmlformats.org/drawingml/2006/main" x="533400" y="1666875"/>
          <a:ext xmlns:a="http://schemas.openxmlformats.org/drawingml/2006/main" cx="11125200" cy="4086225"/>
        </p:xfrm>
        <a:graphic xmlns:a="http://schemas.openxmlformats.org/drawingml/2006/main">
          <a:graphicData uri="http://schemas.openxmlformats.org/drawingml/2006/table">
            <a:tbl>
              <a:tblPr firstRow="0" bandRow="0"/>
              <a:tblGrid>
                <a:gridCol w="2076450"/>
                <a:gridCol w="4429125"/>
                <a:gridCol w="4619625"/>
              </a:tblGrid>
              <a:tr h="485775">
                <a:tc>
                  <a:txBody>
                    <a:bodyPr wrap="square" lIns="152400" tIns="152400" rIns="152400" bIns="152400">
                      <a:noAutofit/>
                    </a:bodyPr>
                    <a:lstStyle/>
                    <a:p>
                      <a:r>
                        <a:rPr sz="1650" b="1">
                          <a:solidFill>
                            <a:srgbClr val="FFFFFF"/>
                          </a:solidFill>
                          <a:latin typeface="Arial"/>
                          <a:ea typeface="Arial"/>
                          <a:cs typeface="Arial"/>
                        </a:rPr>
                        <a:t>Layer</a:t>
                      </a:r>
                    </a:p>
                  </a:txBody>
                  <a:tcPr marL="91440" marR="91440" marT="45720" marB="45720" anchor="ctr">
                    <a:lnL w="9525">
                      <a:solidFill>
                        <a:srgbClr val="D4DED4"/>
                      </a:solidFill>
                      <a:prstDash val="solid"/>
                    </a:lnL>
                    <a:lnR w="9525">
                      <a:solidFill>
                        <a:srgbClr val="D4DED4"/>
                      </a:solidFill>
                      <a:prstDash val="solid"/>
                    </a:lnR>
                    <a:lnT w="9525">
                      <a:solidFill>
                        <a:srgbClr val="D4DED4"/>
                      </a:solidFill>
                      <a:prstDash val="solid"/>
                    </a:lnT>
                    <a:lnB w="9525">
                      <a:solidFill>
                        <a:srgbClr val="D4DED4"/>
                      </a:solidFill>
                      <a:prstDash val="solid"/>
                    </a:lnB>
                    <a:solidFill>
                      <a:srgbClr val="193B34"/>
                    </a:solidFill>
                  </a:tcPr>
                </a:tc>
                <a:tc>
                  <a:txBody>
                    <a:bodyPr wrap="square" lIns="152400" tIns="152400" rIns="152400" bIns="152400">
                      <a:noAutofit/>
                    </a:bodyPr>
                    <a:lstStyle/>
                    <a:p>
                      <a:r>
                        <a:rPr sz="1650" b="1">
                          <a:solidFill>
                            <a:srgbClr val="FFFFFF"/>
                          </a:solidFill>
                          <a:latin typeface="Arial"/>
                          <a:ea typeface="Arial"/>
                          <a:cs typeface="Arial"/>
                        </a:rPr>
                        <a:t>Technology</a:t>
                      </a:r>
                    </a:p>
                  </a:txBody>
                  <a:tcPr marL="91440" marR="91440" marT="45720" marB="45720" anchor="ctr">
                    <a:lnR w="9525">
                      <a:solidFill>
                        <a:srgbClr val="D4DED4"/>
                      </a:solidFill>
                      <a:prstDash val="solid"/>
                    </a:lnR>
                    <a:lnT w="9525">
                      <a:solidFill>
                        <a:srgbClr val="D4DED4"/>
                      </a:solidFill>
                      <a:prstDash val="solid"/>
                    </a:lnT>
                    <a:lnB w="9525">
                      <a:solidFill>
                        <a:srgbClr val="D4DED4"/>
                      </a:solidFill>
                      <a:prstDash val="solid"/>
                    </a:lnB>
                    <a:solidFill>
                      <a:srgbClr val="193B34"/>
                    </a:solidFill>
                  </a:tcPr>
                </a:tc>
                <a:tc>
                  <a:txBody>
                    <a:bodyPr wrap="square" lIns="152400" tIns="152400" rIns="152400" bIns="152400">
                      <a:noAutofit/>
                    </a:bodyPr>
                    <a:lstStyle/>
                    <a:p>
                      <a:r>
                        <a:rPr sz="1650" b="1">
                          <a:solidFill>
                            <a:srgbClr val="FFFFFF"/>
                          </a:solidFill>
                          <a:latin typeface="Arial"/>
                          <a:ea typeface="Arial"/>
                          <a:cs typeface="Arial"/>
                        </a:rPr>
                        <a:t>Role in the project</a:t>
                      </a:r>
                    </a:p>
                  </a:txBody>
                  <a:tcPr marL="91440" marR="91440" marT="45720" marB="45720" anchor="ctr">
                    <a:lnR w="9525">
                      <a:solidFill>
                        <a:srgbClr val="D4DED4"/>
                      </a:solidFill>
                      <a:prstDash val="solid"/>
                    </a:lnR>
                    <a:lnT w="9525">
                      <a:solidFill>
                        <a:srgbClr val="D4DED4"/>
                      </a:solidFill>
                      <a:prstDash val="solid"/>
                    </a:lnT>
                    <a:lnB w="9525">
                      <a:solidFill>
                        <a:srgbClr val="D4DED4"/>
                      </a:solidFill>
                      <a:prstDash val="solid"/>
                    </a:lnB>
                    <a:solidFill>
                      <a:srgbClr val="193B34"/>
                    </a:solidFill>
                  </a:tcPr>
                </a:tc>
              </a:tr>
              <a:tr h="600075">
                <a:tc>
                  <a:txBody>
                    <a:bodyPr wrap="square" lIns="152400" tIns="152400" rIns="152400" bIns="152400">
                      <a:noAutofit/>
                    </a:bodyPr>
                    <a:lstStyle/>
                    <a:p>
                      <a:r>
                        <a:rPr sz="1650" b="1">
                          <a:solidFill>
                            <a:srgbClr val="193B34"/>
                          </a:solidFill>
                          <a:latin typeface="Arial"/>
                          <a:ea typeface="Arial"/>
                          <a:cs typeface="Arial"/>
                        </a:rPr>
                        <a:t>Frontend</a:t>
                      </a:r>
                    </a:p>
                  </a:txBody>
                  <a:tcPr marL="91440" marR="91440" marT="45720" marB="45720" anchor="ctr">
                    <a:lnL w="9525">
                      <a:solidFill>
                        <a:srgbClr val="D4DED4"/>
                      </a:solidFill>
                      <a:prstDash val="solid"/>
                    </a:lnL>
                    <a:lnR w="9525">
                      <a:solidFill>
                        <a:srgbClr val="D4DED4"/>
                      </a:solidFill>
                      <a:prstDash val="solid"/>
                    </a:lnR>
                    <a:lnB w="9525">
                      <a:solidFill>
                        <a:srgbClr val="D4DED4"/>
                      </a:solidFill>
                      <a:prstDash val="solid"/>
                    </a:lnB>
                    <a:solidFill>
                      <a:srgbClr val="FFFFFF"/>
                    </a:solidFill>
                  </a:tcPr>
                </a:tc>
                <a:tc>
                  <a:txBody>
                    <a:bodyPr wrap="square" lIns="152400" tIns="152400" rIns="152400" bIns="152400">
                      <a:noAutofit/>
                    </a:bodyPr>
                    <a:lstStyle/>
                    <a:p>
                      <a:r>
                        <a:rPr sz="1650" b="0">
                          <a:solidFill>
                            <a:srgbClr val="193B34"/>
                          </a:solidFill>
                          <a:latin typeface="Arial"/>
                          <a:ea typeface="Arial"/>
                          <a:cs typeface="Arial"/>
                        </a:rPr>
                        <a:t>HTML, CSS, JavaScript</a:t>
                      </a:r>
                    </a:p>
                  </a:txBody>
                  <a:tcPr marL="91440" marR="91440" marT="45720" marB="45720" anchor="ctr">
                    <a:lnR w="9525">
                      <a:solidFill>
                        <a:srgbClr val="D4DED4"/>
                      </a:solidFill>
                      <a:prstDash val="solid"/>
                    </a:lnR>
                    <a:lnB w="9525">
                      <a:solidFill>
                        <a:srgbClr val="D4DED4"/>
                      </a:solidFill>
                      <a:prstDash val="solid"/>
                    </a:lnB>
                    <a:solidFill>
                      <a:srgbClr val="FFFFFF"/>
                    </a:solidFill>
                  </a:tcPr>
                </a:tc>
                <a:tc>
                  <a:txBody>
                    <a:bodyPr wrap="square" lIns="152400" tIns="152400" rIns="152400" bIns="152400">
                      <a:noAutofit/>
                    </a:bodyPr>
                    <a:lstStyle/>
                    <a:p>
                      <a:r>
                        <a:rPr sz="1650" b="0">
                          <a:solidFill>
                            <a:srgbClr val="193B34"/>
                          </a:solidFill>
                          <a:latin typeface="Arial"/>
                          <a:ea typeface="Arial"/>
                          <a:cs typeface="Arial"/>
                        </a:rPr>
                        <a:t>Meeting room, controls and feedback</a:t>
                      </a:r>
                    </a:p>
                  </a:txBody>
                  <a:tcPr marL="91440" marR="91440" marT="45720" marB="45720" anchor="ctr">
                    <a:lnR w="9525">
                      <a:solidFill>
                        <a:srgbClr val="D4DED4"/>
                      </a:solidFill>
                      <a:prstDash val="solid"/>
                    </a:lnR>
                    <a:lnB w="9525">
                      <a:solidFill>
                        <a:srgbClr val="D4DED4"/>
                      </a:solidFill>
                      <a:prstDash val="solid"/>
                    </a:lnB>
                    <a:solidFill>
                      <a:srgbClr val="FFFFFF"/>
                    </a:solidFill>
                  </a:tcPr>
                </a:tc>
              </a:tr>
              <a:tr h="600075">
                <a:tc>
                  <a:txBody>
                    <a:bodyPr wrap="square" lIns="152400" tIns="152400" rIns="152400" bIns="152400">
                      <a:noAutofit/>
                    </a:bodyPr>
                    <a:lstStyle/>
                    <a:p>
                      <a:r>
                        <a:rPr sz="1650" b="1">
                          <a:solidFill>
                            <a:srgbClr val="193B34"/>
                          </a:solidFill>
                          <a:latin typeface="Arial"/>
                          <a:ea typeface="Arial"/>
                          <a:cs typeface="Arial"/>
                        </a:rPr>
                        <a:t>Backend</a:t>
                      </a:r>
                    </a:p>
                  </a:txBody>
                  <a:tcPr marL="91440" marR="91440" marT="45720" marB="45720" anchor="ctr">
                    <a:lnL w="9525">
                      <a:solidFill>
                        <a:srgbClr val="D4DED4"/>
                      </a:solidFill>
                      <a:prstDash val="solid"/>
                    </a:lnL>
                    <a:lnR w="9525">
                      <a:solidFill>
                        <a:srgbClr val="D4DED4"/>
                      </a:solidFill>
                      <a:prstDash val="solid"/>
                    </a:lnR>
                    <a:lnB w="9525">
                      <a:solidFill>
                        <a:srgbClr val="D4DED4"/>
                      </a:solidFill>
                      <a:prstDash val="solid"/>
                    </a:lnB>
                    <a:solidFill>
                      <a:srgbClr val="E5EBDF"/>
                    </a:solidFill>
                  </a:tcPr>
                </a:tc>
                <a:tc>
                  <a:txBody>
                    <a:bodyPr wrap="square" lIns="152400" tIns="152400" rIns="152400" bIns="152400">
                      <a:noAutofit/>
                    </a:bodyPr>
                    <a:lstStyle/>
                    <a:p>
                      <a:r>
                        <a:rPr sz="1650" b="0">
                          <a:solidFill>
                            <a:srgbClr val="193B34"/>
                          </a:solidFill>
                          <a:latin typeface="Arial"/>
                          <a:ea typeface="Arial"/>
                          <a:cs typeface="Arial"/>
                        </a:rPr>
                        <a:t>Python 3.12 · ThreadingHTTPServer</a:t>
                      </a:r>
                    </a:p>
                  </a:txBody>
                  <a:tcPr marL="91440" marR="91440" marT="45720" marB="45720" anchor="ctr">
                    <a:lnR w="9525">
                      <a:solidFill>
                        <a:srgbClr val="D4DED4"/>
                      </a:solidFill>
                      <a:prstDash val="solid"/>
                    </a:lnR>
                    <a:lnB w="9525">
                      <a:solidFill>
                        <a:srgbClr val="D4DED4"/>
                      </a:solidFill>
                      <a:prstDash val="solid"/>
                    </a:lnB>
                    <a:solidFill>
                      <a:srgbClr val="E5EBDF"/>
                    </a:solidFill>
                  </a:tcPr>
                </a:tc>
                <a:tc>
                  <a:txBody>
                    <a:bodyPr wrap="square" lIns="152400" tIns="152400" rIns="152400" bIns="152400">
                      <a:noAutofit/>
                    </a:bodyPr>
                    <a:lstStyle/>
                    <a:p>
                      <a:r>
                        <a:rPr sz="1650" b="0">
                          <a:solidFill>
                            <a:srgbClr val="193B34"/>
                          </a:solidFill>
                          <a:latin typeface="Arial"/>
                          <a:ea typeface="Arial"/>
                          <a:cs typeface="Arial"/>
                        </a:rPr>
                        <a:t>JSON API and local application server</a:t>
                      </a:r>
                    </a:p>
                  </a:txBody>
                  <a:tcPr marL="91440" marR="91440" marT="45720" marB="45720" anchor="ctr">
                    <a:lnR w="9525">
                      <a:solidFill>
                        <a:srgbClr val="D4DED4"/>
                      </a:solidFill>
                      <a:prstDash val="solid"/>
                    </a:lnR>
                    <a:lnB w="9525">
                      <a:solidFill>
                        <a:srgbClr val="D4DED4"/>
                      </a:solidFill>
                      <a:prstDash val="solid"/>
                    </a:lnB>
                    <a:solidFill>
                      <a:srgbClr val="E5EBDF"/>
                    </a:solidFill>
                  </a:tcPr>
                </a:tc>
              </a:tr>
              <a:tr h="600075">
                <a:tc>
                  <a:txBody>
                    <a:bodyPr wrap="square" lIns="152400" tIns="152400" rIns="152400" bIns="152400">
                      <a:noAutofit/>
                    </a:bodyPr>
                    <a:lstStyle/>
                    <a:p>
                      <a:r>
                        <a:rPr sz="1650" b="1">
                          <a:solidFill>
                            <a:srgbClr val="193B34"/>
                          </a:solidFill>
                          <a:latin typeface="Arial"/>
                          <a:ea typeface="Arial"/>
                          <a:cs typeface="Arial"/>
                        </a:rPr>
                        <a:t>Machine learning</a:t>
                      </a:r>
                    </a:p>
                  </a:txBody>
                  <a:tcPr marL="91440" marR="91440" marT="45720" marB="45720" anchor="ctr">
                    <a:lnL w="9525">
                      <a:solidFill>
                        <a:srgbClr val="D4DED4"/>
                      </a:solidFill>
                      <a:prstDash val="solid"/>
                    </a:lnL>
                    <a:lnR w="9525">
                      <a:solidFill>
                        <a:srgbClr val="D4DED4"/>
                      </a:solidFill>
                      <a:prstDash val="solid"/>
                    </a:lnR>
                    <a:lnB w="9525">
                      <a:solidFill>
                        <a:srgbClr val="D4DED4"/>
                      </a:solidFill>
                      <a:prstDash val="solid"/>
                    </a:lnB>
                    <a:solidFill>
                      <a:srgbClr val="FFFFFF"/>
                    </a:solidFill>
                  </a:tcPr>
                </a:tc>
                <a:tc>
                  <a:txBody>
                    <a:bodyPr wrap="square" lIns="152400" tIns="152400" rIns="152400" bIns="152400">
                      <a:noAutofit/>
                    </a:bodyPr>
                    <a:lstStyle/>
                    <a:p>
                      <a:r>
                        <a:rPr sz="1650" b="0">
                          <a:solidFill>
                            <a:srgbClr val="193B34"/>
                          </a:solidFill>
                          <a:latin typeface="Arial"/>
                          <a:ea typeface="Arial"/>
                          <a:cs typeface="Arial"/>
                        </a:rPr>
                        <a:t>scikit-learn · TF-IDF · Logistic Regression</a:t>
                      </a:r>
                    </a:p>
                  </a:txBody>
                  <a:tcPr marL="91440" marR="91440" marT="45720" marB="45720" anchor="ctr">
                    <a:lnR w="9525">
                      <a:solidFill>
                        <a:srgbClr val="D4DED4"/>
                      </a:solidFill>
                      <a:prstDash val="solid"/>
                    </a:lnR>
                    <a:lnB w="9525">
                      <a:solidFill>
                        <a:srgbClr val="D4DED4"/>
                      </a:solidFill>
                      <a:prstDash val="solid"/>
                    </a:lnB>
                    <a:solidFill>
                      <a:srgbClr val="FFFFFF"/>
                    </a:solidFill>
                  </a:tcPr>
                </a:tc>
                <a:tc>
                  <a:txBody>
                    <a:bodyPr wrap="square" lIns="152400" tIns="152400" rIns="152400" bIns="152400">
                      <a:noAutofit/>
                    </a:bodyPr>
                    <a:lstStyle/>
                    <a:p>
                      <a:r>
                        <a:rPr sz="1650" b="0">
                          <a:solidFill>
                            <a:srgbClr val="193B34"/>
                          </a:solidFill>
                          <a:latin typeface="Arial"/>
                          <a:ea typeface="Arial"/>
                          <a:cs typeface="Arial"/>
                        </a:rPr>
                        <a:t>Text features and stance prediction</a:t>
                      </a:r>
                    </a:p>
                  </a:txBody>
                  <a:tcPr marL="91440" marR="91440" marT="45720" marB="45720" anchor="ctr">
                    <a:lnR w="9525">
                      <a:solidFill>
                        <a:srgbClr val="D4DED4"/>
                      </a:solidFill>
                      <a:prstDash val="solid"/>
                    </a:lnR>
                    <a:lnB w="9525">
                      <a:solidFill>
                        <a:srgbClr val="D4DED4"/>
                      </a:solidFill>
                      <a:prstDash val="solid"/>
                    </a:lnB>
                    <a:solidFill>
                      <a:srgbClr val="FFFFFF"/>
                    </a:solidFill>
                  </a:tcPr>
                </a:tc>
              </a:tr>
              <a:tr h="600075">
                <a:tc>
                  <a:txBody>
                    <a:bodyPr wrap="square" lIns="152400" tIns="152400" rIns="152400" bIns="152400">
                      <a:noAutofit/>
                    </a:bodyPr>
                    <a:lstStyle/>
                    <a:p>
                      <a:r>
                        <a:rPr sz="1650" b="1">
                          <a:solidFill>
                            <a:srgbClr val="193B34"/>
                          </a:solidFill>
                          <a:latin typeface="Arial"/>
                          <a:ea typeface="Arial"/>
                          <a:cs typeface="Arial"/>
                        </a:rPr>
                        <a:t>Data &amp; model storage</a:t>
                      </a:r>
                    </a:p>
                  </a:txBody>
                  <a:tcPr marL="91440" marR="91440" marT="45720" marB="45720" anchor="ctr">
                    <a:lnL w="9525">
                      <a:solidFill>
                        <a:srgbClr val="D4DED4"/>
                      </a:solidFill>
                      <a:prstDash val="solid"/>
                    </a:lnL>
                    <a:lnR w="9525">
                      <a:solidFill>
                        <a:srgbClr val="D4DED4"/>
                      </a:solidFill>
                      <a:prstDash val="solid"/>
                    </a:lnR>
                    <a:lnB w="9525">
                      <a:solidFill>
                        <a:srgbClr val="D4DED4"/>
                      </a:solidFill>
                      <a:prstDash val="solid"/>
                    </a:lnB>
                    <a:solidFill>
                      <a:srgbClr val="E5EBDF"/>
                    </a:solidFill>
                  </a:tcPr>
                </a:tc>
                <a:tc>
                  <a:txBody>
                    <a:bodyPr wrap="square" lIns="152400" tIns="152400" rIns="152400" bIns="152400">
                      <a:noAutofit/>
                    </a:bodyPr>
                    <a:lstStyle/>
                    <a:p>
                      <a:r>
                        <a:rPr sz="1650" b="0">
                          <a:solidFill>
                            <a:srgbClr val="193B34"/>
                          </a:solidFill>
                          <a:latin typeface="Arial"/>
                          <a:ea typeface="Arial"/>
                          <a:cs typeface="Arial"/>
                        </a:rPr>
                        <a:t>NumPy · SciPy · CSV · joblib</a:t>
                      </a:r>
                    </a:p>
                  </a:txBody>
                  <a:tcPr marL="91440" marR="91440" marT="45720" marB="45720" anchor="ctr">
                    <a:lnR w="9525">
                      <a:solidFill>
                        <a:srgbClr val="D4DED4"/>
                      </a:solidFill>
                      <a:prstDash val="solid"/>
                    </a:lnR>
                    <a:lnB w="9525">
                      <a:solidFill>
                        <a:srgbClr val="D4DED4"/>
                      </a:solidFill>
                      <a:prstDash val="solid"/>
                    </a:lnB>
                    <a:solidFill>
                      <a:srgbClr val="E5EBDF"/>
                    </a:solidFill>
                  </a:tcPr>
                </a:tc>
                <a:tc>
                  <a:txBody>
                    <a:bodyPr wrap="square" lIns="152400" tIns="152400" rIns="152400" bIns="152400">
                      <a:noAutofit/>
                    </a:bodyPr>
                    <a:lstStyle/>
                    <a:p>
                      <a:r>
                        <a:rPr sz="1650" b="0">
                          <a:solidFill>
                            <a:srgbClr val="193B34"/>
                          </a:solidFill>
                          <a:latin typeface="Arial"/>
                          <a:ea typeface="Arial"/>
                          <a:cs typeface="Arial"/>
                        </a:rPr>
                        <a:t>Sparse features, datasets and saved model</a:t>
                      </a:r>
                    </a:p>
                  </a:txBody>
                  <a:tcPr marL="91440" marR="91440" marT="45720" marB="45720" anchor="ctr">
                    <a:lnR w="9525">
                      <a:solidFill>
                        <a:srgbClr val="D4DED4"/>
                      </a:solidFill>
                      <a:prstDash val="solid"/>
                    </a:lnR>
                    <a:lnB w="9525">
                      <a:solidFill>
                        <a:srgbClr val="D4DED4"/>
                      </a:solidFill>
                      <a:prstDash val="solid"/>
                    </a:lnB>
                    <a:solidFill>
                      <a:srgbClr val="E5EBDF"/>
                    </a:solidFill>
                  </a:tcPr>
                </a:tc>
              </a:tr>
              <a:tr h="600075">
                <a:tc>
                  <a:txBody>
                    <a:bodyPr wrap="square" lIns="152400" tIns="152400" rIns="152400" bIns="152400">
                      <a:noAutofit/>
                    </a:bodyPr>
                    <a:lstStyle/>
                    <a:p>
                      <a:r>
                        <a:rPr sz="1650" b="1">
                          <a:solidFill>
                            <a:srgbClr val="193B34"/>
                          </a:solidFill>
                          <a:latin typeface="Arial"/>
                          <a:ea typeface="Arial"/>
                          <a:cs typeface="Arial"/>
                        </a:rPr>
                        <a:t>Voice &amp; camera</a:t>
                      </a:r>
                    </a:p>
                  </a:txBody>
                  <a:tcPr marL="91440" marR="91440" marT="45720" marB="45720" anchor="ctr">
                    <a:lnL w="9525">
                      <a:solidFill>
                        <a:srgbClr val="D4DED4"/>
                      </a:solidFill>
                      <a:prstDash val="solid"/>
                    </a:lnL>
                    <a:lnR w="9525">
                      <a:solidFill>
                        <a:srgbClr val="D4DED4"/>
                      </a:solidFill>
                      <a:prstDash val="solid"/>
                    </a:lnR>
                    <a:lnB w="9525">
                      <a:solidFill>
                        <a:srgbClr val="D4DED4"/>
                      </a:solidFill>
                      <a:prstDash val="solid"/>
                    </a:lnB>
                    <a:solidFill>
                      <a:srgbClr val="FFFFFF"/>
                    </a:solidFill>
                  </a:tcPr>
                </a:tc>
                <a:tc>
                  <a:txBody>
                    <a:bodyPr wrap="square" lIns="152400" tIns="152400" rIns="152400" bIns="152400">
                      <a:noAutofit/>
                    </a:bodyPr>
                    <a:lstStyle/>
                    <a:p>
                      <a:r>
                        <a:rPr sz="1650" b="0">
                          <a:solidFill>
                            <a:srgbClr val="193B34"/>
                          </a:solidFill>
                          <a:latin typeface="Arial"/>
                          <a:ea typeface="Arial"/>
                          <a:cs typeface="Arial"/>
                        </a:rPr>
                        <a:t>faster-whisper · Browser media APIs</a:t>
                      </a:r>
                    </a:p>
                  </a:txBody>
                  <a:tcPr marL="91440" marR="91440" marT="45720" marB="45720" anchor="ctr">
                    <a:lnR w="9525">
                      <a:solidFill>
                        <a:srgbClr val="D4DED4"/>
                      </a:solidFill>
                      <a:prstDash val="solid"/>
                    </a:lnR>
                    <a:lnB w="9525">
                      <a:solidFill>
                        <a:srgbClr val="D4DED4"/>
                      </a:solidFill>
                      <a:prstDash val="solid"/>
                    </a:lnB>
                    <a:solidFill>
                      <a:srgbClr val="FFFFFF"/>
                    </a:solidFill>
                  </a:tcPr>
                </a:tc>
                <a:tc>
                  <a:txBody>
                    <a:bodyPr wrap="square" lIns="152400" tIns="152400" rIns="152400" bIns="152400">
                      <a:noAutofit/>
                    </a:bodyPr>
                    <a:lstStyle/>
                    <a:p>
                      <a:r>
                        <a:rPr sz="1650" b="0">
                          <a:solidFill>
                            <a:srgbClr val="193B34"/>
                          </a:solidFill>
                          <a:latin typeface="Arial"/>
                          <a:ea typeface="Arial"/>
                          <a:cs typeface="Arial"/>
                        </a:rPr>
                        <a:t>Transcription, recording, speech and webcam</a:t>
                      </a:r>
                    </a:p>
                  </a:txBody>
                  <a:tcPr marL="91440" marR="91440" marT="45720" marB="45720" anchor="ctr">
                    <a:lnR w="9525">
                      <a:solidFill>
                        <a:srgbClr val="D4DED4"/>
                      </a:solidFill>
                      <a:prstDash val="solid"/>
                    </a:lnR>
                    <a:lnB w="9525">
                      <a:solidFill>
                        <a:srgbClr val="D4DED4"/>
                      </a:solidFill>
                      <a:prstDash val="solid"/>
                    </a:lnB>
                    <a:solidFill>
                      <a:srgbClr val="FFFFFF"/>
                    </a:solidFill>
                  </a:tcPr>
                </a:tc>
              </a:tr>
              <a:tr h="600075">
                <a:tc>
                  <a:txBody>
                    <a:bodyPr wrap="square" lIns="152400" tIns="152400" rIns="152400" bIns="152400">
                      <a:noAutofit/>
                    </a:bodyPr>
                    <a:lstStyle/>
                    <a:p>
                      <a:r>
                        <a:rPr sz="1650" b="1">
                          <a:solidFill>
                            <a:srgbClr val="193B34"/>
                          </a:solidFill>
                          <a:latin typeface="Arial"/>
                          <a:ea typeface="Arial"/>
                          <a:cs typeface="Arial"/>
                        </a:rPr>
                        <a:t>Development</a:t>
                      </a:r>
                    </a:p>
                  </a:txBody>
                  <a:tcPr marL="91440" marR="91440" marT="45720" marB="45720" anchor="ctr">
                    <a:lnL w="9525">
                      <a:solidFill>
                        <a:srgbClr val="D4DED4"/>
                      </a:solidFill>
                      <a:prstDash val="solid"/>
                    </a:lnL>
                    <a:lnR w="9525">
                      <a:solidFill>
                        <a:srgbClr val="D4DED4"/>
                      </a:solidFill>
                      <a:prstDash val="solid"/>
                    </a:lnR>
                    <a:lnB w="9525">
                      <a:solidFill>
                        <a:srgbClr val="D4DED4"/>
                      </a:solidFill>
                      <a:prstDash val="solid"/>
                    </a:lnB>
                    <a:solidFill>
                      <a:srgbClr val="E5EBDF"/>
                    </a:solidFill>
                  </a:tcPr>
                </a:tc>
                <a:tc>
                  <a:txBody>
                    <a:bodyPr wrap="square" lIns="152400" tIns="152400" rIns="152400" bIns="152400">
                      <a:noAutofit/>
                    </a:bodyPr>
                    <a:lstStyle/>
                    <a:p>
                      <a:r>
                        <a:rPr sz="1650" b="0">
                          <a:solidFill>
                            <a:srgbClr val="193B34"/>
                          </a:solidFill>
                          <a:latin typeface="Arial"/>
                          <a:ea typeface="Arial"/>
                          <a:cs typeface="Arial"/>
                        </a:rPr>
                        <a:t>VS Code · Google Colab · Matplotlib</a:t>
                      </a:r>
                    </a:p>
                  </a:txBody>
                  <a:tcPr marL="91440" marR="91440" marT="45720" marB="45720" anchor="ctr">
                    <a:lnR w="9525">
                      <a:solidFill>
                        <a:srgbClr val="D4DED4"/>
                      </a:solidFill>
                      <a:prstDash val="solid"/>
                    </a:lnR>
                    <a:lnB w="9525">
                      <a:solidFill>
                        <a:srgbClr val="D4DED4"/>
                      </a:solidFill>
                      <a:prstDash val="solid"/>
                    </a:lnB>
                    <a:solidFill>
                      <a:srgbClr val="E5EBDF"/>
                    </a:solidFill>
                  </a:tcPr>
                </a:tc>
                <a:tc>
                  <a:txBody>
                    <a:bodyPr wrap="square" lIns="152400" tIns="152400" rIns="152400" bIns="152400">
                      <a:noAutofit/>
                    </a:bodyPr>
                    <a:lstStyle/>
                    <a:p>
                      <a:r>
                        <a:rPr sz="1650" b="0">
                          <a:solidFill>
                            <a:srgbClr val="193B34"/>
                          </a:solidFill>
                          <a:latin typeface="Arial"/>
                          <a:ea typeface="Arial"/>
                          <a:cs typeface="Arial"/>
                        </a:rPr>
                        <a:t>Local demo, training notebook and plots</a:t>
                      </a:r>
                    </a:p>
                  </a:txBody>
                  <a:tcPr marL="91440" marR="91440" marT="45720" marB="45720" anchor="ctr">
                    <a:lnR w="9525">
                      <a:solidFill>
                        <a:srgbClr val="D4DED4"/>
                      </a:solidFill>
                      <a:prstDash val="solid"/>
                    </a:lnR>
                    <a:lnB w="9525">
                      <a:solidFill>
                        <a:srgbClr val="D4DED4"/>
                      </a:solidFill>
                      <a:prstDash val="solid"/>
                    </a:lnB>
                    <a:solidFill>
                      <a:srgbClr val="E5EBDF"/>
                    </a:solidFill>
                  </a:tcPr>
                </a:tc>
              </a:tr>
            </a:tbl>
          </a:graphicData>
        </a:graphic>
      </p:graphicFrame>
      <p:sp>
        <p:nvSpPr>
          <p:cNvPr id="7" name="Local Python demo  •  No paid API key required  •  Colab not">
            <a:extLst xmlns:a="http://schemas.openxmlformats.org/drawingml/2006/main">
              <a:ext uri="{FF2B5EF4-FFF2-40B4-BE49-F238E27FC236}">
                <a16:creationId xmlns:a16="http://schemas.microsoft.com/office/drawing/2014/main" id="{DACE5CC2-DEAB-4BDC-A670-DE12540DDB63}"/>
              </a:ext>
            </a:extLst>
          </p:cNvPr>
          <p:cNvSpPr>
            <a:spLocks xmlns:a="http://schemas.openxmlformats.org/drawingml/2006/main" noGrp="1"/>
          </p:cNvSpPr>
          <p:nvPr/>
        </p:nvSpPr>
        <p:spPr>
          <a:xfrm xmlns:a="http://schemas.openxmlformats.org/drawingml/2006/main">
            <a:off x="533400" y="6076950"/>
            <a:ext cx="1112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B7068"/>
                </a:solidFill>
                <a:latin typeface="Arial"/>
                <a:ea typeface="Arial"/>
                <a:cs typeface="Arial"/>
              </a:defRPr>
            </a:defPPr>
            <a:lvl1pPr algn="l">
              <a:defRPr sz="1650" b="0">
                <a:solidFill>
                  <a:srgbClr val="5B7068"/>
                </a:solidFill>
                <a:latin typeface="Arial"/>
                <a:ea typeface="Arial"/>
                <a:cs typeface="Arial"/>
              </a:defRPr>
            </a:lvl1pPr>
            <a:lvl2pPr algn="l">
              <a:defRPr sz="1650" b="0">
                <a:solidFill>
                  <a:srgbClr val="5B7068"/>
                </a:solidFill>
                <a:latin typeface="Arial"/>
                <a:ea typeface="Arial"/>
                <a:cs typeface="Arial"/>
              </a:defRPr>
            </a:lvl2pPr>
            <a:lvl3pPr algn="l">
              <a:defRPr sz="1650" b="0">
                <a:solidFill>
                  <a:srgbClr val="5B7068"/>
                </a:solidFill>
                <a:latin typeface="Arial"/>
                <a:ea typeface="Arial"/>
                <a:cs typeface="Arial"/>
              </a:defRPr>
            </a:lvl3pPr>
            <a:lvl4pPr algn="l">
              <a:defRPr sz="1650" b="0">
                <a:solidFill>
                  <a:srgbClr val="5B7068"/>
                </a:solidFill>
                <a:latin typeface="Arial"/>
                <a:ea typeface="Arial"/>
                <a:cs typeface="Arial"/>
              </a:defRPr>
            </a:lvl4pPr>
            <a:lvl5pPr algn="l">
              <a:defRPr sz="1650" b="0">
                <a:solidFill>
                  <a:srgbClr val="5B7068"/>
                </a:solidFill>
                <a:latin typeface="Arial"/>
                <a:ea typeface="Arial"/>
                <a:cs typeface="Arial"/>
              </a:defRPr>
            </a:lvl5pPr>
            <a:lvl6pPr algn="l">
              <a:defRPr sz="1650" b="0">
                <a:solidFill>
                  <a:srgbClr val="5B7068"/>
                </a:solidFill>
                <a:latin typeface="Arial"/>
                <a:ea typeface="Arial"/>
                <a:cs typeface="Arial"/>
              </a:defRPr>
            </a:lvl6pPr>
            <a:lvl7pPr algn="l">
              <a:defRPr sz="1650" b="0">
                <a:solidFill>
                  <a:srgbClr val="5B7068"/>
                </a:solidFill>
                <a:latin typeface="Arial"/>
                <a:ea typeface="Arial"/>
                <a:cs typeface="Arial"/>
              </a:defRPr>
            </a:lvl7pPr>
            <a:lvl8pPr algn="l">
              <a:defRPr sz="1650" b="0">
                <a:solidFill>
                  <a:srgbClr val="5B7068"/>
                </a:solidFill>
                <a:latin typeface="Arial"/>
                <a:ea typeface="Arial"/>
                <a:cs typeface="Arial"/>
              </a:defRPr>
            </a:lvl8pPr>
            <a:lvl9pPr algn="l">
              <a:defRPr sz="1650" b="0">
                <a:solidFill>
                  <a:srgbClr val="5B7068"/>
                </a:solidFill>
                <a:latin typeface="Arial"/>
                <a:ea typeface="Arial"/>
                <a:cs typeface="Arial"/>
              </a:defRPr>
            </a:lvl9pPr>
          </a:lstStyle>
          <a:p xmlns:a="http://schemas.openxmlformats.org/drawingml/2006/main">
            <a:pPr algn="l">
              <a:defRPr sz="1650" b="0">
                <a:solidFill>
                  <a:srgbClr val="5B7068"/>
                </a:solidFill>
                <a:latin typeface="Arial"/>
                <a:ea typeface="Arial"/>
                <a:cs typeface="Arial"/>
              </a:defRPr>
            </a:pPr>
            <a:r>
              <a:rPr sz="1650" b="0">
                <a:solidFill>
                  <a:srgbClr val="5B7068"/>
                </a:solidFill>
                <a:latin typeface="Arial"/>
                <a:ea typeface="Arial"/>
                <a:cs typeface="Arial"/>
              </a:rPr>
              <a:t>Local Python demo  •  No paid API key required  •  Colab notebook included</a:t>
            </a:r>
          </a:p>
        </p:txBody>
      </p:sp>
    </p:spTree>
    <p:extLst>
      <p:ext uri="{BB962C8B-B14F-4D97-AF65-F5344CB8AC3E}">
        <p14:creationId xmlns:p14="http://schemas.microsoft.com/office/powerpoint/2010/main" val="117226440"/>
      </p:ext>
    </p:extLst>
  </p:cSld>
</p:sld>
</file>

<file path=ppt/slides/slide7.xml><?xml version="1.0" encoding="utf-8"?>
<p:sld xmlns:p="http://schemas.openxmlformats.org/presentationml/2006/main">
  <p:cSld>
    <p:bg>
      <p:bgPr>
        <a:solidFill xmlns:a="http://schemas.openxmlformats.org/drawingml/2006/main">
          <a:srgbClr val="F5F4EE"/>
        </a:solidFill>
      </p:bgPr>
    </p:bg>
    <p:spTree>
      <p:nvGrpSpPr>
        <p:cNvPr id="1" name=""/>
        <p:cNvGrpSpPr/>
        <p:nvPr/>
      </p:nvGrpSpPr>
      <p:grpSpPr>
        <a:xfrm xmlns:a="http://schemas.openxmlformats.org/drawingml/2006/main"/>
      </p:grpSpPr>
      <p:sp>
        <p:nvSpPr>
          <p:cNvPr id="15" name="EVALUATION &amp; NEXT STEPS">
            <a:extLst xmlns:a="http://schemas.openxmlformats.org/drawingml/2006/main">
              <a:ext uri="{FF2B5EF4-FFF2-40B4-BE49-F238E27FC236}">
                <a16:creationId xmlns:a16="http://schemas.microsoft.com/office/drawing/2014/main" id="{2E66E11A-09C1-47C7-8802-B48562489387}"/>
              </a:ext>
            </a:extLst>
          </p:cNvPr>
          <p:cNvSpPr>
            <a:spLocks xmlns:a="http://schemas.openxmlformats.org/drawingml/2006/main" noGrp="1"/>
          </p:cNvSpPr>
          <p:nvPr/>
        </p:nvSpPr>
        <p:spPr>
          <a:xfrm xmlns:a="http://schemas.openxmlformats.org/drawingml/2006/main">
            <a:off x="533400" y="342900"/>
            <a:ext cx="1028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5B7068"/>
                </a:solidFill>
                <a:latin typeface="Arial"/>
                <a:ea typeface="Arial"/>
                <a:cs typeface="Arial"/>
              </a:defRPr>
            </a:defPPr>
            <a:lvl1pPr algn="l">
              <a:defRPr sz="1200" b="1">
                <a:solidFill>
                  <a:srgbClr val="5B7068"/>
                </a:solidFill>
                <a:latin typeface="Arial"/>
                <a:ea typeface="Arial"/>
                <a:cs typeface="Arial"/>
              </a:defRPr>
            </a:lvl1pPr>
            <a:lvl2pPr algn="l">
              <a:defRPr sz="1200" b="1">
                <a:solidFill>
                  <a:srgbClr val="5B7068"/>
                </a:solidFill>
                <a:latin typeface="Arial"/>
                <a:ea typeface="Arial"/>
                <a:cs typeface="Arial"/>
              </a:defRPr>
            </a:lvl2pPr>
            <a:lvl3pPr algn="l">
              <a:defRPr sz="1200" b="1">
                <a:solidFill>
                  <a:srgbClr val="5B7068"/>
                </a:solidFill>
                <a:latin typeface="Arial"/>
                <a:ea typeface="Arial"/>
                <a:cs typeface="Arial"/>
              </a:defRPr>
            </a:lvl3pPr>
            <a:lvl4pPr algn="l">
              <a:defRPr sz="1200" b="1">
                <a:solidFill>
                  <a:srgbClr val="5B7068"/>
                </a:solidFill>
                <a:latin typeface="Arial"/>
                <a:ea typeface="Arial"/>
                <a:cs typeface="Arial"/>
              </a:defRPr>
            </a:lvl4pPr>
            <a:lvl5pPr algn="l">
              <a:defRPr sz="1200" b="1">
                <a:solidFill>
                  <a:srgbClr val="5B7068"/>
                </a:solidFill>
                <a:latin typeface="Arial"/>
                <a:ea typeface="Arial"/>
                <a:cs typeface="Arial"/>
              </a:defRPr>
            </a:lvl5pPr>
            <a:lvl6pPr algn="l">
              <a:defRPr sz="1200" b="1">
                <a:solidFill>
                  <a:srgbClr val="5B7068"/>
                </a:solidFill>
                <a:latin typeface="Arial"/>
                <a:ea typeface="Arial"/>
                <a:cs typeface="Arial"/>
              </a:defRPr>
            </a:lvl6pPr>
            <a:lvl7pPr algn="l">
              <a:defRPr sz="1200" b="1">
                <a:solidFill>
                  <a:srgbClr val="5B7068"/>
                </a:solidFill>
                <a:latin typeface="Arial"/>
                <a:ea typeface="Arial"/>
                <a:cs typeface="Arial"/>
              </a:defRPr>
            </a:lvl7pPr>
            <a:lvl8pPr algn="l">
              <a:defRPr sz="1200" b="1">
                <a:solidFill>
                  <a:srgbClr val="5B7068"/>
                </a:solidFill>
                <a:latin typeface="Arial"/>
                <a:ea typeface="Arial"/>
                <a:cs typeface="Arial"/>
              </a:defRPr>
            </a:lvl8pPr>
            <a:lvl9pPr algn="l">
              <a:defRPr sz="1200" b="1">
                <a:solidFill>
                  <a:srgbClr val="5B7068"/>
                </a:solidFill>
                <a:latin typeface="Arial"/>
                <a:ea typeface="Arial"/>
                <a:cs typeface="Arial"/>
              </a:defRPr>
            </a:lvl9pPr>
          </a:lstStyle>
          <a:p xmlns:a="http://schemas.openxmlformats.org/drawingml/2006/main">
            <a:pPr algn="l">
              <a:defRPr sz="1200" b="1">
                <a:solidFill>
                  <a:srgbClr val="5B7068"/>
                </a:solidFill>
                <a:latin typeface="Arial"/>
                <a:ea typeface="Arial"/>
                <a:cs typeface="Arial"/>
              </a:defRPr>
            </a:pPr>
            <a:r>
              <a:rPr sz="1200" b="1">
                <a:solidFill>
                  <a:srgbClr val="5B7068"/>
                </a:solidFill>
                <a:latin typeface="Arial"/>
                <a:ea typeface="Arial"/>
                <a:cs typeface="Arial"/>
              </a:rPr>
              <a:t>EVALUATION &amp; NEXT STEPS</a:t>
            </a:r>
          </a:p>
        </p:txBody>
      </p:sp>
      <p:sp>
        <p:nvSpPr>
          <p:cNvPr id="2" name="Results, limitations and future scope">
            <a:extLst xmlns:a="http://schemas.openxmlformats.org/drawingml/2006/main">
              <a:ext uri="{FF2B5EF4-FFF2-40B4-BE49-F238E27FC236}">
                <a16:creationId xmlns:a16="http://schemas.microsoft.com/office/drawing/2014/main" id="{6C29D52C-4BE5-4653-99AB-EB54BDA52269}"/>
              </a:ext>
            </a:extLst>
          </p:cNvPr>
          <p:cNvSpPr>
            <a:spLocks xmlns:a="http://schemas.openxmlformats.org/drawingml/2006/main" noGrp="1"/>
          </p:cNvSpPr>
          <p:nvPr/>
        </p:nvSpPr>
        <p:spPr>
          <a:xfrm xmlns:a="http://schemas.openxmlformats.org/drawingml/2006/main">
            <a:off x="533400" y="762000"/>
            <a:ext cx="111252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B34"/>
                </a:solidFill>
                <a:latin typeface="Arial"/>
                <a:ea typeface="Arial"/>
                <a:cs typeface="Arial"/>
              </a:defRPr>
            </a:defPPr>
            <a:lvl1pPr algn="l">
              <a:defRPr sz="3300" b="1">
                <a:solidFill>
                  <a:srgbClr val="193B34"/>
                </a:solidFill>
                <a:latin typeface="Arial"/>
                <a:ea typeface="Arial"/>
                <a:cs typeface="Arial"/>
              </a:defRPr>
            </a:lvl1pPr>
            <a:lvl2pPr algn="l">
              <a:defRPr sz="3300" b="1">
                <a:solidFill>
                  <a:srgbClr val="193B34"/>
                </a:solidFill>
                <a:latin typeface="Arial"/>
                <a:ea typeface="Arial"/>
                <a:cs typeface="Arial"/>
              </a:defRPr>
            </a:lvl2pPr>
            <a:lvl3pPr algn="l">
              <a:defRPr sz="3300" b="1">
                <a:solidFill>
                  <a:srgbClr val="193B34"/>
                </a:solidFill>
                <a:latin typeface="Arial"/>
                <a:ea typeface="Arial"/>
                <a:cs typeface="Arial"/>
              </a:defRPr>
            </a:lvl3pPr>
            <a:lvl4pPr algn="l">
              <a:defRPr sz="3300" b="1">
                <a:solidFill>
                  <a:srgbClr val="193B34"/>
                </a:solidFill>
                <a:latin typeface="Arial"/>
                <a:ea typeface="Arial"/>
                <a:cs typeface="Arial"/>
              </a:defRPr>
            </a:lvl4pPr>
            <a:lvl5pPr algn="l">
              <a:defRPr sz="3300" b="1">
                <a:solidFill>
                  <a:srgbClr val="193B34"/>
                </a:solidFill>
                <a:latin typeface="Arial"/>
                <a:ea typeface="Arial"/>
                <a:cs typeface="Arial"/>
              </a:defRPr>
            </a:lvl5pPr>
            <a:lvl6pPr algn="l">
              <a:defRPr sz="3300" b="1">
                <a:solidFill>
                  <a:srgbClr val="193B34"/>
                </a:solidFill>
                <a:latin typeface="Arial"/>
                <a:ea typeface="Arial"/>
                <a:cs typeface="Arial"/>
              </a:defRPr>
            </a:lvl6pPr>
            <a:lvl7pPr algn="l">
              <a:defRPr sz="3300" b="1">
                <a:solidFill>
                  <a:srgbClr val="193B34"/>
                </a:solidFill>
                <a:latin typeface="Arial"/>
                <a:ea typeface="Arial"/>
                <a:cs typeface="Arial"/>
              </a:defRPr>
            </a:lvl7pPr>
            <a:lvl8pPr algn="l">
              <a:defRPr sz="3300" b="1">
                <a:solidFill>
                  <a:srgbClr val="193B34"/>
                </a:solidFill>
                <a:latin typeface="Arial"/>
                <a:ea typeface="Arial"/>
                <a:cs typeface="Arial"/>
              </a:defRPr>
            </a:lvl8pPr>
            <a:lvl9pPr algn="l">
              <a:defRPr sz="3300" b="1">
                <a:solidFill>
                  <a:srgbClr val="193B34"/>
                </a:solidFill>
                <a:latin typeface="Arial"/>
                <a:ea typeface="Arial"/>
                <a:cs typeface="Arial"/>
              </a:defRPr>
            </a:lvl9pPr>
          </a:lstStyle>
          <a:p xmlns:a="http://schemas.openxmlformats.org/drawingml/2006/main">
            <a:pPr algn="l">
              <a:defRPr sz="3300" b="1">
                <a:solidFill>
                  <a:srgbClr val="193B34"/>
                </a:solidFill>
                <a:latin typeface="Arial"/>
                <a:ea typeface="Arial"/>
                <a:cs typeface="Arial"/>
              </a:defRPr>
            </a:pPr>
            <a:r>
              <a:rPr sz="3300" b="1">
                <a:solidFill>
                  <a:srgbClr val="193B34"/>
                </a:solidFill>
                <a:latin typeface="Arial"/>
                <a:ea typeface="Arial"/>
                <a:cs typeface="Arial"/>
              </a:rPr>
              <a:t>Results, limitations and future scope</a:t>
            </a:r>
          </a:p>
        </p:txBody>
      </p:sp>
      <p:sp>
        <p:nvSpPr>
          <p:cNvPr id="3" name="">
            <a:extLst xmlns:a="http://schemas.openxmlformats.org/drawingml/2006/main">
              <a:ext uri="{FF2B5EF4-FFF2-40B4-BE49-F238E27FC236}">
                <a16:creationId xmlns:a16="http://schemas.microsoft.com/office/drawing/2014/main" id="{2FC23019-6087-45DE-A5CE-3842BFFF9DDB}"/>
              </a:ext>
            </a:extLst>
          </p:cNvPr>
          <p:cNvSpPr>
            <a:spLocks xmlns:a="http://schemas.openxmlformats.org/drawingml/2006/main" noGrp="1"/>
          </p:cNvSpPr>
          <p:nvPr/>
        </p:nvSpPr>
        <p:spPr>
          <a:xfrm xmlns:a="http://schemas.openxmlformats.org/drawingml/2006/main">
            <a:off x="533400" y="6419850"/>
            <a:ext cx="11125200" cy="9525"/>
          </a:xfrm>
          <a:prstGeom xmlns:a="http://schemas.openxmlformats.org/drawingml/2006/main" prst="rect">
            <a:avLst/>
          </a:prstGeom>
          <a:solidFill xmlns:a="http://schemas.openxmlformats.org/drawingml/2006/main">
            <a:srgbClr val="D4DED4"/>
          </a:solidFill>
          <a:ln xmlns:a="http://schemas.openxmlformats.org/drawingml/2006/main" w="0">
            <a:noFill/>
            <a:prstDash val="solid"/>
          </a:ln>
        </p:spPr>
      </p:sp>
      <p:sp>
        <p:nvSpPr>
          <p:cNvPr id="4" name="GD ARENA  /  ML TRAINING PROJECT">
            <a:extLst xmlns:a="http://schemas.openxmlformats.org/drawingml/2006/main">
              <a:ext uri="{FF2B5EF4-FFF2-40B4-BE49-F238E27FC236}">
                <a16:creationId xmlns:a16="http://schemas.microsoft.com/office/drawing/2014/main" id="{155F982A-4385-4C40-B6F4-6CB73E834545}"/>
              </a:ext>
            </a:extLst>
          </p:cNvPr>
          <p:cNvSpPr>
            <a:spLocks xmlns:a="http://schemas.openxmlformats.org/drawingml/2006/main" noGrp="1"/>
          </p:cNvSpPr>
          <p:nvPr/>
        </p:nvSpPr>
        <p:spPr>
          <a:xfrm xmlns:a="http://schemas.openxmlformats.org/drawingml/2006/main">
            <a:off x="533400" y="6553200"/>
            <a:ext cx="809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1">
                <a:solidFill>
                  <a:srgbClr val="5B7068"/>
                </a:solidFill>
                <a:latin typeface="Arial"/>
                <a:ea typeface="Arial"/>
                <a:cs typeface="Arial"/>
              </a:defRPr>
            </a:defPPr>
            <a:lvl1pPr algn="l">
              <a:defRPr sz="975" b="1">
                <a:solidFill>
                  <a:srgbClr val="5B7068"/>
                </a:solidFill>
                <a:latin typeface="Arial"/>
                <a:ea typeface="Arial"/>
                <a:cs typeface="Arial"/>
              </a:defRPr>
            </a:lvl1pPr>
            <a:lvl2pPr algn="l">
              <a:defRPr sz="975" b="1">
                <a:solidFill>
                  <a:srgbClr val="5B7068"/>
                </a:solidFill>
                <a:latin typeface="Arial"/>
                <a:ea typeface="Arial"/>
                <a:cs typeface="Arial"/>
              </a:defRPr>
            </a:lvl2pPr>
            <a:lvl3pPr algn="l">
              <a:defRPr sz="975" b="1">
                <a:solidFill>
                  <a:srgbClr val="5B7068"/>
                </a:solidFill>
                <a:latin typeface="Arial"/>
                <a:ea typeface="Arial"/>
                <a:cs typeface="Arial"/>
              </a:defRPr>
            </a:lvl3pPr>
            <a:lvl4pPr algn="l">
              <a:defRPr sz="975" b="1">
                <a:solidFill>
                  <a:srgbClr val="5B7068"/>
                </a:solidFill>
                <a:latin typeface="Arial"/>
                <a:ea typeface="Arial"/>
                <a:cs typeface="Arial"/>
              </a:defRPr>
            </a:lvl4pPr>
            <a:lvl5pPr algn="l">
              <a:defRPr sz="975" b="1">
                <a:solidFill>
                  <a:srgbClr val="5B7068"/>
                </a:solidFill>
                <a:latin typeface="Arial"/>
                <a:ea typeface="Arial"/>
                <a:cs typeface="Arial"/>
              </a:defRPr>
            </a:lvl5pPr>
            <a:lvl6pPr algn="l">
              <a:defRPr sz="975" b="1">
                <a:solidFill>
                  <a:srgbClr val="5B7068"/>
                </a:solidFill>
                <a:latin typeface="Arial"/>
                <a:ea typeface="Arial"/>
                <a:cs typeface="Arial"/>
              </a:defRPr>
            </a:lvl6pPr>
            <a:lvl7pPr algn="l">
              <a:defRPr sz="975" b="1">
                <a:solidFill>
                  <a:srgbClr val="5B7068"/>
                </a:solidFill>
                <a:latin typeface="Arial"/>
                <a:ea typeface="Arial"/>
                <a:cs typeface="Arial"/>
              </a:defRPr>
            </a:lvl7pPr>
            <a:lvl8pPr algn="l">
              <a:defRPr sz="975" b="1">
                <a:solidFill>
                  <a:srgbClr val="5B7068"/>
                </a:solidFill>
                <a:latin typeface="Arial"/>
                <a:ea typeface="Arial"/>
                <a:cs typeface="Arial"/>
              </a:defRPr>
            </a:lvl8pPr>
            <a:lvl9pPr algn="l">
              <a:defRPr sz="975" b="1">
                <a:solidFill>
                  <a:srgbClr val="5B7068"/>
                </a:solidFill>
                <a:latin typeface="Arial"/>
                <a:ea typeface="Arial"/>
                <a:cs typeface="Arial"/>
              </a:defRPr>
            </a:lvl9pPr>
          </a:lstStyle>
          <a:p xmlns:a="http://schemas.openxmlformats.org/drawingml/2006/main">
            <a:pPr algn="l">
              <a:defRPr sz="975" b="1">
                <a:solidFill>
                  <a:srgbClr val="5B7068"/>
                </a:solidFill>
                <a:latin typeface="Arial"/>
                <a:ea typeface="Arial"/>
                <a:cs typeface="Arial"/>
              </a:defRPr>
            </a:pPr>
            <a:r>
              <a:rPr sz="975" b="1">
                <a:solidFill>
                  <a:srgbClr val="5B7068"/>
                </a:solidFill>
                <a:latin typeface="Arial"/>
                <a:ea typeface="Arial"/>
                <a:cs typeface="Arial"/>
              </a:rPr>
              <a:t>GD ARENA  /  ML TRAINING PROJECT</a:t>
            </a:r>
          </a:p>
        </p:txBody>
      </p:sp>
      <p:sp>
        <p:nvSpPr>
          <p:cNvPr id="5" name="07 / 07">
            <a:extLst xmlns:a="http://schemas.openxmlformats.org/drawingml/2006/main">
              <a:ext uri="{FF2B5EF4-FFF2-40B4-BE49-F238E27FC236}">
                <a16:creationId xmlns:a16="http://schemas.microsoft.com/office/drawing/2014/main" id="{0A083D7F-750D-4D87-B19E-7221B0E13812}"/>
              </a:ext>
            </a:extLst>
          </p:cNvPr>
          <p:cNvSpPr>
            <a:spLocks xmlns:a="http://schemas.openxmlformats.org/drawingml/2006/main" noGrp="1"/>
          </p:cNvSpPr>
          <p:nvPr/>
        </p:nvSpPr>
        <p:spPr>
          <a:xfrm xmlns:a="http://schemas.openxmlformats.org/drawingml/2006/main">
            <a:off x="10648950" y="6534150"/>
            <a:ext cx="1009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B7068"/>
                </a:solidFill>
                <a:latin typeface="Arial"/>
                <a:ea typeface="Arial"/>
                <a:cs typeface="Arial"/>
              </a:defRPr>
            </a:defPPr>
            <a:lvl1pPr algn="r">
              <a:defRPr sz="1200" b="0">
                <a:solidFill>
                  <a:srgbClr val="5B7068"/>
                </a:solidFill>
                <a:latin typeface="Arial"/>
                <a:ea typeface="Arial"/>
                <a:cs typeface="Arial"/>
              </a:defRPr>
            </a:lvl1pPr>
            <a:lvl2pPr algn="r">
              <a:defRPr sz="1200" b="0">
                <a:solidFill>
                  <a:srgbClr val="5B7068"/>
                </a:solidFill>
                <a:latin typeface="Arial"/>
                <a:ea typeface="Arial"/>
                <a:cs typeface="Arial"/>
              </a:defRPr>
            </a:lvl2pPr>
            <a:lvl3pPr algn="r">
              <a:defRPr sz="1200" b="0">
                <a:solidFill>
                  <a:srgbClr val="5B7068"/>
                </a:solidFill>
                <a:latin typeface="Arial"/>
                <a:ea typeface="Arial"/>
                <a:cs typeface="Arial"/>
              </a:defRPr>
            </a:lvl3pPr>
            <a:lvl4pPr algn="r">
              <a:defRPr sz="1200" b="0">
                <a:solidFill>
                  <a:srgbClr val="5B7068"/>
                </a:solidFill>
                <a:latin typeface="Arial"/>
                <a:ea typeface="Arial"/>
                <a:cs typeface="Arial"/>
              </a:defRPr>
            </a:lvl4pPr>
            <a:lvl5pPr algn="r">
              <a:defRPr sz="1200" b="0">
                <a:solidFill>
                  <a:srgbClr val="5B7068"/>
                </a:solidFill>
                <a:latin typeface="Arial"/>
                <a:ea typeface="Arial"/>
                <a:cs typeface="Arial"/>
              </a:defRPr>
            </a:lvl5pPr>
            <a:lvl6pPr algn="r">
              <a:defRPr sz="1200" b="0">
                <a:solidFill>
                  <a:srgbClr val="5B7068"/>
                </a:solidFill>
                <a:latin typeface="Arial"/>
                <a:ea typeface="Arial"/>
                <a:cs typeface="Arial"/>
              </a:defRPr>
            </a:lvl6pPr>
            <a:lvl7pPr algn="r">
              <a:defRPr sz="1200" b="0">
                <a:solidFill>
                  <a:srgbClr val="5B7068"/>
                </a:solidFill>
                <a:latin typeface="Arial"/>
                <a:ea typeface="Arial"/>
                <a:cs typeface="Arial"/>
              </a:defRPr>
            </a:lvl7pPr>
            <a:lvl8pPr algn="r">
              <a:defRPr sz="1200" b="0">
                <a:solidFill>
                  <a:srgbClr val="5B7068"/>
                </a:solidFill>
                <a:latin typeface="Arial"/>
                <a:ea typeface="Arial"/>
                <a:cs typeface="Arial"/>
              </a:defRPr>
            </a:lvl8pPr>
            <a:lvl9pPr algn="r">
              <a:defRPr sz="1200" b="0">
                <a:solidFill>
                  <a:srgbClr val="5B7068"/>
                </a:solidFill>
                <a:latin typeface="Arial"/>
                <a:ea typeface="Arial"/>
                <a:cs typeface="Arial"/>
              </a:defRPr>
            </a:lvl9pPr>
          </a:lstStyle>
          <a:p xmlns:a="http://schemas.openxmlformats.org/drawingml/2006/main">
            <a:pPr algn="r">
              <a:defRPr sz="1200" b="0">
                <a:solidFill>
                  <a:srgbClr val="5B7068"/>
                </a:solidFill>
                <a:latin typeface="Arial"/>
                <a:ea typeface="Arial"/>
                <a:cs typeface="Arial"/>
              </a:defRPr>
            </a:pPr>
            <a:r>
              <a:rPr sz="1200" b="0">
                <a:solidFill>
                  <a:srgbClr val="5B7068"/>
                </a:solidFill>
                <a:latin typeface="Arial"/>
                <a:ea typeface="Arial"/>
                <a:cs typeface="Arial"/>
              </a:rPr>
              <a:t>07 / 07</a:t>
            </a:r>
          </a:p>
        </p:txBody>
      </p:sp>
      <p:sp>
        <p:nvSpPr>
          <p:cNvPr id="6" name="HELD-OUT TEST RESULTS">
            <a:extLst xmlns:a="http://schemas.openxmlformats.org/drawingml/2006/main">
              <a:ext uri="{FF2B5EF4-FFF2-40B4-BE49-F238E27FC236}">
                <a16:creationId xmlns:a16="http://schemas.microsoft.com/office/drawing/2014/main" id="{90F29554-5F6A-45A2-8FA2-0FEA6772A6AD}"/>
              </a:ext>
            </a:extLst>
          </p:cNvPr>
          <p:cNvSpPr>
            <a:spLocks xmlns:a="http://schemas.openxmlformats.org/drawingml/2006/main" noGrp="1"/>
          </p:cNvSpPr>
          <p:nvPr/>
        </p:nvSpPr>
        <p:spPr>
          <a:xfrm xmlns:a="http://schemas.openxmlformats.org/drawingml/2006/main">
            <a:off x="533400" y="1819275"/>
            <a:ext cx="111252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B7068"/>
                </a:solidFill>
                <a:latin typeface="Arial"/>
                <a:ea typeface="Arial"/>
                <a:cs typeface="Arial"/>
              </a:defRPr>
            </a:defPPr>
            <a:lvl1pPr algn="l">
              <a:defRPr sz="1275" b="1">
                <a:solidFill>
                  <a:srgbClr val="5B7068"/>
                </a:solidFill>
                <a:latin typeface="Arial"/>
                <a:ea typeface="Arial"/>
                <a:cs typeface="Arial"/>
              </a:defRPr>
            </a:lvl1pPr>
            <a:lvl2pPr algn="l">
              <a:defRPr sz="1275" b="1">
                <a:solidFill>
                  <a:srgbClr val="5B7068"/>
                </a:solidFill>
                <a:latin typeface="Arial"/>
                <a:ea typeface="Arial"/>
                <a:cs typeface="Arial"/>
              </a:defRPr>
            </a:lvl2pPr>
            <a:lvl3pPr algn="l">
              <a:defRPr sz="1275" b="1">
                <a:solidFill>
                  <a:srgbClr val="5B7068"/>
                </a:solidFill>
                <a:latin typeface="Arial"/>
                <a:ea typeface="Arial"/>
                <a:cs typeface="Arial"/>
              </a:defRPr>
            </a:lvl3pPr>
            <a:lvl4pPr algn="l">
              <a:defRPr sz="1275" b="1">
                <a:solidFill>
                  <a:srgbClr val="5B7068"/>
                </a:solidFill>
                <a:latin typeface="Arial"/>
                <a:ea typeface="Arial"/>
                <a:cs typeface="Arial"/>
              </a:defRPr>
            </a:lvl4pPr>
            <a:lvl5pPr algn="l">
              <a:defRPr sz="1275" b="1">
                <a:solidFill>
                  <a:srgbClr val="5B7068"/>
                </a:solidFill>
                <a:latin typeface="Arial"/>
                <a:ea typeface="Arial"/>
                <a:cs typeface="Arial"/>
              </a:defRPr>
            </a:lvl5pPr>
            <a:lvl6pPr algn="l">
              <a:defRPr sz="1275" b="1">
                <a:solidFill>
                  <a:srgbClr val="5B7068"/>
                </a:solidFill>
                <a:latin typeface="Arial"/>
                <a:ea typeface="Arial"/>
                <a:cs typeface="Arial"/>
              </a:defRPr>
            </a:lvl6pPr>
            <a:lvl7pPr algn="l">
              <a:defRPr sz="1275" b="1">
                <a:solidFill>
                  <a:srgbClr val="5B7068"/>
                </a:solidFill>
                <a:latin typeface="Arial"/>
                <a:ea typeface="Arial"/>
                <a:cs typeface="Arial"/>
              </a:defRPr>
            </a:lvl7pPr>
            <a:lvl8pPr algn="l">
              <a:defRPr sz="1275" b="1">
                <a:solidFill>
                  <a:srgbClr val="5B7068"/>
                </a:solidFill>
                <a:latin typeface="Arial"/>
                <a:ea typeface="Arial"/>
                <a:cs typeface="Arial"/>
              </a:defRPr>
            </a:lvl8pPr>
            <a:lvl9pPr algn="l">
              <a:defRPr sz="1275" b="1">
                <a:solidFill>
                  <a:srgbClr val="5B7068"/>
                </a:solidFill>
                <a:latin typeface="Arial"/>
                <a:ea typeface="Arial"/>
                <a:cs typeface="Arial"/>
              </a:defRPr>
            </a:lvl9pPr>
          </a:lstStyle>
          <a:p xmlns:a="http://schemas.openxmlformats.org/drawingml/2006/main">
            <a:pPr algn="l">
              <a:defRPr sz="1275" b="1">
                <a:solidFill>
                  <a:srgbClr val="5B7068"/>
                </a:solidFill>
                <a:latin typeface="Arial"/>
                <a:ea typeface="Arial"/>
                <a:cs typeface="Arial"/>
              </a:defRPr>
            </a:pPr>
            <a:r>
              <a:rPr sz="1275" b="1">
                <a:solidFill>
                  <a:srgbClr val="5B7068"/>
                </a:solidFill>
                <a:latin typeface="Arial"/>
                <a:ea typeface="Arial"/>
                <a:cs typeface="Arial"/>
              </a:rPr>
              <a:t>HELD-OUT TEST RESULTS</a:t>
            </a:r>
          </a:p>
        </p:txBody>
      </p:sp>
      <p:graphicFrame>
        <p:nvGraphicFramePr>
          <p:cNvPr id="7" name="">
            <a:extLst xmlns:a="http://schemas.openxmlformats.org/drawingml/2006/main">
              <a:ext uri="{FF2B5EF4-FFF2-40B4-BE49-F238E27FC236}">
                <a16:creationId xmlns:a16="http://schemas.microsoft.com/office/drawing/2014/main" id="{19095649-E7C7-4B40-997A-AFF8CC14BC5D}"/>
              </a:ext>
            </a:extLst>
          </p:cNvPr>
          <p:cNvGraphicFramePr/>
          <p:nvPr/>
        </p:nvGraphicFramePr>
        <p:xfrm>
          <a:off xmlns:a="http://schemas.openxmlformats.org/drawingml/2006/main" x="533400" y="2247900"/>
          <a:ext xmlns:a="http://schemas.openxmlformats.org/drawingml/2006/main" cx="11125200" cy="1857375"/>
        </p:xfrm>
        <a:graphic xmlns:a="http://schemas.openxmlformats.org/drawingml/2006/main">
          <a:graphicData uri="http://schemas.openxmlformats.org/drawingml/2006/table">
            <a:tbl>
              <a:tblPr firstRow="0" bandRow="0"/>
              <a:tblGrid>
                <a:gridCol w="4933950"/>
                <a:gridCol w="1809750"/>
                <a:gridCol w="2190750"/>
                <a:gridCol w="2190750"/>
              </a:tblGrid>
              <a:tr h="504825">
                <a:tc>
                  <a:txBody>
                    <a:bodyPr wrap="square" lIns="152400" tIns="152400" rIns="152400" bIns="152400">
                      <a:noAutofit/>
                    </a:bodyPr>
                    <a:lstStyle/>
                    <a:p>
                      <a:r>
                        <a:rPr sz="1950" b="1">
                          <a:solidFill>
                            <a:srgbClr val="FFFFFF"/>
                          </a:solidFill>
                          <a:latin typeface="Arial"/>
                          <a:ea typeface="Arial"/>
                          <a:cs typeface="Arial"/>
                        </a:rPr>
                        <a:t>Test dataset</a:t>
                      </a:r>
                    </a:p>
                  </a:txBody>
                  <a:tcPr marL="91440" marR="91440" marT="45720" marB="45720" anchor="ctr">
                    <a:lnL w="9525">
                      <a:solidFill>
                        <a:srgbClr val="D4DED4"/>
                      </a:solidFill>
                      <a:prstDash val="solid"/>
                    </a:lnL>
                    <a:lnR w="9525">
                      <a:solidFill>
                        <a:srgbClr val="D4DED4"/>
                      </a:solidFill>
                      <a:prstDash val="solid"/>
                    </a:lnR>
                    <a:lnT w="9525">
                      <a:solidFill>
                        <a:srgbClr val="D4DED4"/>
                      </a:solidFill>
                      <a:prstDash val="solid"/>
                    </a:lnT>
                    <a:lnB w="9525">
                      <a:solidFill>
                        <a:srgbClr val="D4DED4"/>
                      </a:solidFill>
                      <a:prstDash val="solid"/>
                    </a:lnB>
                    <a:solidFill>
                      <a:srgbClr val="193B34"/>
                    </a:solidFill>
                  </a:tcPr>
                </a:tc>
                <a:tc>
                  <a:txBody>
                    <a:bodyPr wrap="square" lIns="152400" tIns="152400" rIns="152400" bIns="152400">
                      <a:noAutofit/>
                    </a:bodyPr>
                    <a:lstStyle/>
                    <a:p>
                      <a:r>
                        <a:rPr sz="1950" b="1">
                          <a:solidFill>
                            <a:srgbClr val="FFFFFF"/>
                          </a:solidFill>
                          <a:latin typeface="Arial"/>
                          <a:ea typeface="Arial"/>
                          <a:cs typeface="Arial"/>
                        </a:rPr>
                        <a:t>Examples</a:t>
                      </a:r>
                    </a:p>
                  </a:txBody>
                  <a:tcPr marL="91440" marR="91440" marT="45720" marB="45720" anchor="ctr">
                    <a:lnR w="9525">
                      <a:solidFill>
                        <a:srgbClr val="D4DED4"/>
                      </a:solidFill>
                      <a:prstDash val="solid"/>
                    </a:lnR>
                    <a:lnT w="9525">
                      <a:solidFill>
                        <a:srgbClr val="D4DED4"/>
                      </a:solidFill>
                      <a:prstDash val="solid"/>
                    </a:lnT>
                    <a:lnB w="9525">
                      <a:solidFill>
                        <a:srgbClr val="D4DED4"/>
                      </a:solidFill>
                      <a:prstDash val="solid"/>
                    </a:lnB>
                    <a:solidFill>
                      <a:srgbClr val="193B34"/>
                    </a:solidFill>
                  </a:tcPr>
                </a:tc>
                <a:tc>
                  <a:txBody>
                    <a:bodyPr wrap="square" lIns="152400" tIns="152400" rIns="152400" bIns="152400">
                      <a:noAutofit/>
                    </a:bodyPr>
                    <a:lstStyle/>
                    <a:p>
                      <a:r>
                        <a:rPr sz="1950" b="1">
                          <a:solidFill>
                            <a:srgbClr val="FFFFFF"/>
                          </a:solidFill>
                          <a:latin typeface="Arial"/>
                          <a:ea typeface="Arial"/>
                          <a:cs typeface="Arial"/>
                        </a:rPr>
                        <a:t>Accuracy</a:t>
                      </a:r>
                    </a:p>
                  </a:txBody>
                  <a:tcPr marL="91440" marR="91440" marT="45720" marB="45720" anchor="ctr">
                    <a:lnR w="9525">
                      <a:solidFill>
                        <a:srgbClr val="D4DED4"/>
                      </a:solidFill>
                      <a:prstDash val="solid"/>
                    </a:lnR>
                    <a:lnT w="9525">
                      <a:solidFill>
                        <a:srgbClr val="D4DED4"/>
                      </a:solidFill>
                      <a:prstDash val="solid"/>
                    </a:lnT>
                    <a:lnB w="9525">
                      <a:solidFill>
                        <a:srgbClr val="D4DED4"/>
                      </a:solidFill>
                      <a:prstDash val="solid"/>
                    </a:lnB>
                    <a:solidFill>
                      <a:srgbClr val="193B34"/>
                    </a:solidFill>
                  </a:tcPr>
                </a:tc>
                <a:tc>
                  <a:txBody>
                    <a:bodyPr wrap="square" lIns="152400" tIns="152400" rIns="152400" bIns="152400">
                      <a:noAutofit/>
                    </a:bodyPr>
                    <a:lstStyle/>
                    <a:p>
                      <a:r>
                        <a:rPr sz="1950" b="1">
                          <a:solidFill>
                            <a:srgbClr val="FFFFFF"/>
                          </a:solidFill>
                          <a:latin typeface="Arial"/>
                          <a:ea typeface="Arial"/>
                          <a:cs typeface="Arial"/>
                        </a:rPr>
                        <a:t>Macro-F1</a:t>
                      </a:r>
                    </a:p>
                  </a:txBody>
                  <a:tcPr marL="91440" marR="91440" marT="45720" marB="45720" anchor="ctr">
                    <a:lnR w="9525">
                      <a:solidFill>
                        <a:srgbClr val="D4DED4"/>
                      </a:solidFill>
                      <a:prstDash val="solid"/>
                    </a:lnR>
                    <a:lnT w="9525">
                      <a:solidFill>
                        <a:srgbClr val="D4DED4"/>
                      </a:solidFill>
                      <a:prstDash val="solid"/>
                    </a:lnT>
                    <a:lnB w="9525">
                      <a:solidFill>
                        <a:srgbClr val="D4DED4"/>
                      </a:solidFill>
                      <a:prstDash val="solid"/>
                    </a:lnB>
                    <a:solidFill>
                      <a:srgbClr val="193B34"/>
                    </a:solidFill>
                  </a:tcPr>
                </a:tc>
              </a:tr>
              <a:tr h="676275">
                <a:tc>
                  <a:txBody>
                    <a:bodyPr wrap="square" lIns="152400" tIns="152400" rIns="152400" bIns="152400">
                      <a:noAutofit/>
                    </a:bodyPr>
                    <a:lstStyle/>
                    <a:p>
                      <a:r>
                        <a:rPr sz="1950" b="1">
                          <a:solidFill>
                            <a:srgbClr val="193B34"/>
                          </a:solidFill>
                          <a:latin typeface="Arial"/>
                          <a:ea typeface="Arial"/>
                          <a:cs typeface="Arial"/>
                        </a:rPr>
                        <a:t>Cleaned public VAST</a:t>
                      </a:r>
                    </a:p>
                  </a:txBody>
                  <a:tcPr marL="91440" marR="91440" marT="45720" marB="45720" anchor="ctr">
                    <a:lnL w="9525">
                      <a:solidFill>
                        <a:srgbClr val="D4DED4"/>
                      </a:solidFill>
                      <a:prstDash val="solid"/>
                    </a:lnL>
                    <a:lnR w="9525">
                      <a:solidFill>
                        <a:srgbClr val="D4DED4"/>
                      </a:solidFill>
                      <a:prstDash val="solid"/>
                    </a:lnR>
                    <a:lnB w="9525">
                      <a:solidFill>
                        <a:srgbClr val="D4DED4"/>
                      </a:solidFill>
                      <a:prstDash val="solid"/>
                    </a:lnB>
                    <a:solidFill>
                      <a:srgbClr val="FFFFFF"/>
                    </a:solidFill>
                  </a:tcPr>
                </a:tc>
                <a:tc>
                  <a:txBody>
                    <a:bodyPr wrap="square" lIns="152400" tIns="152400" rIns="152400" bIns="152400">
                      <a:noAutofit/>
                    </a:bodyPr>
                    <a:lstStyle/>
                    <a:p>
                      <a:r>
                        <a:rPr sz="1950" b="0">
                          <a:solidFill>
                            <a:srgbClr val="193B34"/>
                          </a:solidFill>
                          <a:latin typeface="Arial"/>
                          <a:ea typeface="Arial"/>
                          <a:cs typeface="Arial"/>
                        </a:rPr>
                        <a:t>2,907</a:t>
                      </a:r>
                    </a:p>
                  </a:txBody>
                  <a:tcPr marL="91440" marR="91440" marT="45720" marB="45720" anchor="ctr">
                    <a:lnR w="9525">
                      <a:solidFill>
                        <a:srgbClr val="D4DED4"/>
                      </a:solidFill>
                      <a:prstDash val="solid"/>
                    </a:lnR>
                    <a:lnB w="9525">
                      <a:solidFill>
                        <a:srgbClr val="D4DED4"/>
                      </a:solidFill>
                      <a:prstDash val="solid"/>
                    </a:lnB>
                    <a:solidFill>
                      <a:srgbClr val="FFFFFF"/>
                    </a:solidFill>
                  </a:tcPr>
                </a:tc>
                <a:tc>
                  <a:txBody>
                    <a:bodyPr wrap="square" lIns="152400" tIns="152400" rIns="152400" bIns="152400">
                      <a:noAutofit/>
                    </a:bodyPr>
                    <a:lstStyle/>
                    <a:p>
                      <a:r>
                        <a:rPr sz="1950" b="0">
                          <a:solidFill>
                            <a:srgbClr val="193B34"/>
                          </a:solidFill>
                          <a:latin typeface="Arial"/>
                          <a:ea typeface="Arial"/>
                          <a:cs typeface="Arial"/>
                        </a:rPr>
                        <a:t>43.31%</a:t>
                      </a:r>
                    </a:p>
                  </a:txBody>
                  <a:tcPr marL="91440" marR="91440" marT="45720" marB="45720" anchor="ctr">
                    <a:lnR w="9525">
                      <a:solidFill>
                        <a:srgbClr val="D4DED4"/>
                      </a:solidFill>
                      <a:prstDash val="solid"/>
                    </a:lnR>
                    <a:lnB w="9525">
                      <a:solidFill>
                        <a:srgbClr val="D4DED4"/>
                      </a:solidFill>
                      <a:prstDash val="solid"/>
                    </a:lnB>
                    <a:solidFill>
                      <a:srgbClr val="FFFFFF"/>
                    </a:solidFill>
                  </a:tcPr>
                </a:tc>
                <a:tc>
                  <a:txBody>
                    <a:bodyPr wrap="square" lIns="152400" tIns="152400" rIns="152400" bIns="152400">
                      <a:noAutofit/>
                    </a:bodyPr>
                    <a:lstStyle/>
                    <a:p>
                      <a:r>
                        <a:rPr sz="1950" b="0">
                          <a:solidFill>
                            <a:srgbClr val="193B34"/>
                          </a:solidFill>
                          <a:latin typeface="Arial"/>
                          <a:ea typeface="Arial"/>
                          <a:cs typeface="Arial"/>
                        </a:rPr>
                        <a:t>0.387</a:t>
                      </a:r>
                    </a:p>
                  </a:txBody>
                  <a:tcPr marL="91440" marR="91440" marT="45720" marB="45720" anchor="ctr">
                    <a:lnR w="9525">
                      <a:solidFill>
                        <a:srgbClr val="D4DED4"/>
                      </a:solidFill>
                      <a:prstDash val="solid"/>
                    </a:lnR>
                    <a:lnB w="9525">
                      <a:solidFill>
                        <a:srgbClr val="D4DED4"/>
                      </a:solidFill>
                      <a:prstDash val="solid"/>
                    </a:lnB>
                    <a:solidFill>
                      <a:srgbClr val="FFFFFF"/>
                    </a:solidFill>
                  </a:tcPr>
                </a:tc>
              </a:tr>
              <a:tr h="676275">
                <a:tc>
                  <a:txBody>
                    <a:bodyPr wrap="square" lIns="152400" tIns="152400" rIns="152400" bIns="152400">
                      <a:noAutofit/>
                    </a:bodyPr>
                    <a:lstStyle/>
                    <a:p>
                      <a:r>
                        <a:rPr sz="1950" b="1">
                          <a:solidFill>
                            <a:srgbClr val="193B34"/>
                          </a:solidFill>
                          <a:latin typeface="Arial"/>
                          <a:ea typeface="Arial"/>
                          <a:cs typeface="Arial"/>
                        </a:rPr>
                        <a:t>Authored GD examples</a:t>
                      </a:r>
                    </a:p>
                  </a:txBody>
                  <a:tcPr marL="91440" marR="91440" marT="45720" marB="45720" anchor="ctr">
                    <a:lnL w="9525">
                      <a:solidFill>
                        <a:srgbClr val="D4DED4"/>
                      </a:solidFill>
                      <a:prstDash val="solid"/>
                    </a:lnL>
                    <a:lnR w="9525">
                      <a:solidFill>
                        <a:srgbClr val="D4DED4"/>
                      </a:solidFill>
                      <a:prstDash val="solid"/>
                    </a:lnR>
                    <a:lnB w="9525">
                      <a:solidFill>
                        <a:srgbClr val="D4DED4"/>
                      </a:solidFill>
                      <a:prstDash val="solid"/>
                    </a:lnB>
                    <a:solidFill>
                      <a:srgbClr val="E5EBDF"/>
                    </a:solidFill>
                  </a:tcPr>
                </a:tc>
                <a:tc>
                  <a:txBody>
                    <a:bodyPr wrap="square" lIns="152400" tIns="152400" rIns="152400" bIns="152400">
                      <a:noAutofit/>
                    </a:bodyPr>
                    <a:lstStyle/>
                    <a:p>
                      <a:r>
                        <a:rPr sz="1950" b="0">
                          <a:solidFill>
                            <a:srgbClr val="193B34"/>
                          </a:solidFill>
                          <a:latin typeface="Arial"/>
                          <a:ea typeface="Arial"/>
                          <a:cs typeface="Arial"/>
                        </a:rPr>
                        <a:t>60</a:t>
                      </a:r>
                    </a:p>
                  </a:txBody>
                  <a:tcPr marL="91440" marR="91440" marT="45720" marB="45720" anchor="ctr">
                    <a:lnR w="9525">
                      <a:solidFill>
                        <a:srgbClr val="D4DED4"/>
                      </a:solidFill>
                      <a:prstDash val="solid"/>
                    </a:lnR>
                    <a:lnB w="9525">
                      <a:solidFill>
                        <a:srgbClr val="D4DED4"/>
                      </a:solidFill>
                      <a:prstDash val="solid"/>
                    </a:lnB>
                    <a:solidFill>
                      <a:srgbClr val="E5EBDF"/>
                    </a:solidFill>
                  </a:tcPr>
                </a:tc>
                <a:tc>
                  <a:txBody>
                    <a:bodyPr wrap="square" lIns="152400" tIns="152400" rIns="152400" bIns="152400">
                      <a:noAutofit/>
                    </a:bodyPr>
                    <a:lstStyle/>
                    <a:p>
                      <a:r>
                        <a:rPr sz="1950" b="0">
                          <a:solidFill>
                            <a:srgbClr val="193B34"/>
                          </a:solidFill>
                          <a:latin typeface="Arial"/>
                          <a:ea typeface="Arial"/>
                          <a:cs typeface="Arial"/>
                        </a:rPr>
                        <a:t>63.33%</a:t>
                      </a:r>
                    </a:p>
                  </a:txBody>
                  <a:tcPr marL="91440" marR="91440" marT="45720" marB="45720" anchor="ctr">
                    <a:lnR w="9525">
                      <a:solidFill>
                        <a:srgbClr val="D4DED4"/>
                      </a:solidFill>
                      <a:prstDash val="solid"/>
                    </a:lnR>
                    <a:lnB w="9525">
                      <a:solidFill>
                        <a:srgbClr val="D4DED4"/>
                      </a:solidFill>
                      <a:prstDash val="solid"/>
                    </a:lnB>
                    <a:solidFill>
                      <a:srgbClr val="E5EBDF"/>
                    </a:solidFill>
                  </a:tcPr>
                </a:tc>
                <a:tc>
                  <a:txBody>
                    <a:bodyPr wrap="square" lIns="152400" tIns="152400" rIns="152400" bIns="152400">
                      <a:noAutofit/>
                    </a:bodyPr>
                    <a:lstStyle/>
                    <a:p>
                      <a:r>
                        <a:rPr sz="1950" b="0">
                          <a:solidFill>
                            <a:srgbClr val="193B34"/>
                          </a:solidFill>
                          <a:latin typeface="Arial"/>
                          <a:ea typeface="Arial"/>
                          <a:cs typeface="Arial"/>
                        </a:rPr>
                        <a:t>0.638</a:t>
                      </a:r>
                    </a:p>
                  </a:txBody>
                  <a:tcPr marL="91440" marR="91440" marT="45720" marB="45720" anchor="ctr">
                    <a:lnR w="9525">
                      <a:solidFill>
                        <a:srgbClr val="D4DED4"/>
                      </a:solidFill>
                      <a:prstDash val="solid"/>
                    </a:lnR>
                    <a:lnB w="9525">
                      <a:solidFill>
                        <a:srgbClr val="D4DED4"/>
                      </a:solidFill>
                      <a:prstDash val="solid"/>
                    </a:lnB>
                    <a:solidFill>
                      <a:srgbClr val="E5EBDF"/>
                    </a:solidFill>
                  </a:tcPr>
                </a:tc>
              </a:tr>
            </a:tbl>
          </a:graphicData>
        </a:graphic>
      </p:graphicFrame>
      <p:sp>
        <p:nvSpPr>
          <p:cNvPr id="8" name="The GD test set is small and synthetic; it is not an indepen">
            <a:extLst xmlns:a="http://schemas.openxmlformats.org/drawingml/2006/main">
              <a:ext uri="{FF2B5EF4-FFF2-40B4-BE49-F238E27FC236}">
                <a16:creationId xmlns:a16="http://schemas.microsoft.com/office/drawing/2014/main" id="{D60C5687-4A77-45BE-9F93-68ACC83321EB}"/>
              </a:ext>
            </a:extLst>
          </p:cNvPr>
          <p:cNvSpPr>
            <a:spLocks xmlns:a="http://schemas.openxmlformats.org/drawingml/2006/main" noGrp="1"/>
          </p:cNvSpPr>
          <p:nvPr/>
        </p:nvSpPr>
        <p:spPr>
          <a:xfrm xmlns:a="http://schemas.openxmlformats.org/drawingml/2006/main">
            <a:off x="533400" y="4286250"/>
            <a:ext cx="11125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B7068"/>
                </a:solidFill>
                <a:latin typeface="Arial"/>
                <a:ea typeface="Arial"/>
                <a:cs typeface="Arial"/>
              </a:defRPr>
            </a:defPPr>
            <a:lvl1pPr algn="l">
              <a:defRPr sz="1650" b="0">
                <a:solidFill>
                  <a:srgbClr val="5B7068"/>
                </a:solidFill>
                <a:latin typeface="Arial"/>
                <a:ea typeface="Arial"/>
                <a:cs typeface="Arial"/>
              </a:defRPr>
            </a:lvl1pPr>
            <a:lvl2pPr algn="l">
              <a:defRPr sz="1650" b="0">
                <a:solidFill>
                  <a:srgbClr val="5B7068"/>
                </a:solidFill>
                <a:latin typeface="Arial"/>
                <a:ea typeface="Arial"/>
                <a:cs typeface="Arial"/>
              </a:defRPr>
            </a:lvl2pPr>
            <a:lvl3pPr algn="l">
              <a:defRPr sz="1650" b="0">
                <a:solidFill>
                  <a:srgbClr val="5B7068"/>
                </a:solidFill>
                <a:latin typeface="Arial"/>
                <a:ea typeface="Arial"/>
                <a:cs typeface="Arial"/>
              </a:defRPr>
            </a:lvl3pPr>
            <a:lvl4pPr algn="l">
              <a:defRPr sz="1650" b="0">
                <a:solidFill>
                  <a:srgbClr val="5B7068"/>
                </a:solidFill>
                <a:latin typeface="Arial"/>
                <a:ea typeface="Arial"/>
                <a:cs typeface="Arial"/>
              </a:defRPr>
            </a:lvl4pPr>
            <a:lvl5pPr algn="l">
              <a:defRPr sz="1650" b="0">
                <a:solidFill>
                  <a:srgbClr val="5B7068"/>
                </a:solidFill>
                <a:latin typeface="Arial"/>
                <a:ea typeface="Arial"/>
                <a:cs typeface="Arial"/>
              </a:defRPr>
            </a:lvl5pPr>
            <a:lvl6pPr algn="l">
              <a:defRPr sz="1650" b="0">
                <a:solidFill>
                  <a:srgbClr val="5B7068"/>
                </a:solidFill>
                <a:latin typeface="Arial"/>
                <a:ea typeface="Arial"/>
                <a:cs typeface="Arial"/>
              </a:defRPr>
            </a:lvl6pPr>
            <a:lvl7pPr algn="l">
              <a:defRPr sz="1650" b="0">
                <a:solidFill>
                  <a:srgbClr val="5B7068"/>
                </a:solidFill>
                <a:latin typeface="Arial"/>
                <a:ea typeface="Arial"/>
                <a:cs typeface="Arial"/>
              </a:defRPr>
            </a:lvl7pPr>
            <a:lvl8pPr algn="l">
              <a:defRPr sz="1650" b="0">
                <a:solidFill>
                  <a:srgbClr val="5B7068"/>
                </a:solidFill>
                <a:latin typeface="Arial"/>
                <a:ea typeface="Arial"/>
                <a:cs typeface="Arial"/>
              </a:defRPr>
            </a:lvl8pPr>
            <a:lvl9pPr algn="l">
              <a:defRPr sz="1650" b="0">
                <a:solidFill>
                  <a:srgbClr val="5B7068"/>
                </a:solidFill>
                <a:latin typeface="Arial"/>
                <a:ea typeface="Arial"/>
                <a:cs typeface="Arial"/>
              </a:defRPr>
            </a:lvl9pPr>
          </a:lstStyle>
          <a:p xmlns:a="http://schemas.openxmlformats.org/drawingml/2006/main">
            <a:pPr algn="l">
              <a:defRPr sz="1650" b="0">
                <a:solidFill>
                  <a:srgbClr val="5B7068"/>
                </a:solidFill>
                <a:latin typeface="Arial"/>
                <a:ea typeface="Arial"/>
                <a:cs typeface="Arial"/>
              </a:defRPr>
            </a:pPr>
            <a:r>
              <a:rPr sz="1650" b="0">
                <a:solidFill>
                  <a:srgbClr val="5B7068"/>
                </a:solidFill>
                <a:latin typeface="Arial"/>
                <a:ea typeface="Arial"/>
                <a:cs typeface="Arial"/>
              </a:rPr>
              <a:t>The GD test set is small and synthetic; it is not an independent real-user benchmark.</a:t>
            </a:r>
          </a:p>
        </p:txBody>
      </p:sp>
      <p:sp>
        <p:nvSpPr>
          <p:cNvPr id="9" name="What works">
            <a:extLst xmlns:a="http://schemas.openxmlformats.org/drawingml/2006/main">
              <a:ext uri="{FF2B5EF4-FFF2-40B4-BE49-F238E27FC236}">
                <a16:creationId xmlns:a16="http://schemas.microsoft.com/office/drawing/2014/main" id="{CEF12711-8AD6-4122-A767-EA013C9D1B50}"/>
              </a:ext>
            </a:extLst>
          </p:cNvPr>
          <p:cNvSpPr>
            <a:spLocks xmlns:a="http://schemas.openxmlformats.org/drawingml/2006/main" noGrp="1"/>
          </p:cNvSpPr>
          <p:nvPr/>
        </p:nvSpPr>
        <p:spPr>
          <a:xfrm xmlns:a="http://schemas.openxmlformats.org/drawingml/2006/main">
            <a:off x="533400" y="5000625"/>
            <a:ext cx="34956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B34"/>
                </a:solidFill>
                <a:latin typeface="Arial"/>
                <a:ea typeface="Arial"/>
                <a:cs typeface="Arial"/>
              </a:defRPr>
            </a:defPPr>
            <a:lvl1pPr algn="l">
              <a:defRPr sz="2100" b="1">
                <a:solidFill>
                  <a:srgbClr val="193B34"/>
                </a:solidFill>
                <a:latin typeface="Arial"/>
                <a:ea typeface="Arial"/>
                <a:cs typeface="Arial"/>
              </a:defRPr>
            </a:lvl1pPr>
            <a:lvl2pPr algn="l">
              <a:defRPr sz="2100" b="1">
                <a:solidFill>
                  <a:srgbClr val="193B34"/>
                </a:solidFill>
                <a:latin typeface="Arial"/>
                <a:ea typeface="Arial"/>
                <a:cs typeface="Arial"/>
              </a:defRPr>
            </a:lvl2pPr>
            <a:lvl3pPr algn="l">
              <a:defRPr sz="2100" b="1">
                <a:solidFill>
                  <a:srgbClr val="193B34"/>
                </a:solidFill>
                <a:latin typeface="Arial"/>
                <a:ea typeface="Arial"/>
                <a:cs typeface="Arial"/>
              </a:defRPr>
            </a:lvl3pPr>
            <a:lvl4pPr algn="l">
              <a:defRPr sz="2100" b="1">
                <a:solidFill>
                  <a:srgbClr val="193B34"/>
                </a:solidFill>
                <a:latin typeface="Arial"/>
                <a:ea typeface="Arial"/>
                <a:cs typeface="Arial"/>
              </a:defRPr>
            </a:lvl4pPr>
            <a:lvl5pPr algn="l">
              <a:defRPr sz="2100" b="1">
                <a:solidFill>
                  <a:srgbClr val="193B34"/>
                </a:solidFill>
                <a:latin typeface="Arial"/>
                <a:ea typeface="Arial"/>
                <a:cs typeface="Arial"/>
              </a:defRPr>
            </a:lvl5pPr>
            <a:lvl6pPr algn="l">
              <a:defRPr sz="2100" b="1">
                <a:solidFill>
                  <a:srgbClr val="193B34"/>
                </a:solidFill>
                <a:latin typeface="Arial"/>
                <a:ea typeface="Arial"/>
                <a:cs typeface="Arial"/>
              </a:defRPr>
            </a:lvl6pPr>
            <a:lvl7pPr algn="l">
              <a:defRPr sz="2100" b="1">
                <a:solidFill>
                  <a:srgbClr val="193B34"/>
                </a:solidFill>
                <a:latin typeface="Arial"/>
                <a:ea typeface="Arial"/>
                <a:cs typeface="Arial"/>
              </a:defRPr>
            </a:lvl7pPr>
            <a:lvl8pPr algn="l">
              <a:defRPr sz="2100" b="1">
                <a:solidFill>
                  <a:srgbClr val="193B34"/>
                </a:solidFill>
                <a:latin typeface="Arial"/>
                <a:ea typeface="Arial"/>
                <a:cs typeface="Arial"/>
              </a:defRPr>
            </a:lvl8pPr>
            <a:lvl9pPr algn="l">
              <a:defRPr sz="2100" b="1">
                <a:solidFill>
                  <a:srgbClr val="193B34"/>
                </a:solidFill>
                <a:latin typeface="Arial"/>
                <a:ea typeface="Arial"/>
                <a:cs typeface="Arial"/>
              </a:defRPr>
            </a:lvl9pPr>
          </a:lstStyle>
          <a:p xmlns:a="http://schemas.openxmlformats.org/drawingml/2006/main">
            <a:pPr algn="l">
              <a:defRPr sz="2100" b="1">
                <a:solidFill>
                  <a:srgbClr val="193B34"/>
                </a:solidFill>
                <a:latin typeface="Arial"/>
                <a:ea typeface="Arial"/>
                <a:cs typeface="Arial"/>
              </a:defRPr>
            </a:pPr>
            <a:r>
              <a:rPr sz="2100" b="1">
                <a:solidFill>
                  <a:srgbClr val="193B34"/>
                </a:solidFill>
                <a:latin typeface="Arial"/>
                <a:ea typeface="Arial"/>
                <a:cs typeface="Arial"/>
              </a:rPr>
              <a:t>What works</a:t>
            </a:r>
          </a:p>
        </p:txBody>
      </p:sp>
      <p:sp>
        <p:nvSpPr>
          <p:cNvPr id="10" name="An end-to-end voice/text demo">
            <a:extLst xmlns:a="http://schemas.openxmlformats.org/drawingml/2006/main">
              <a:ext uri="{FF2B5EF4-FFF2-40B4-BE49-F238E27FC236}">
                <a16:creationId xmlns:a16="http://schemas.microsoft.com/office/drawing/2014/main" id="{F995E1B9-C1DF-4D2D-B6E6-7AAD13616477}"/>
              </a:ext>
            </a:extLst>
          </p:cNvPr>
          <p:cNvSpPr>
            <a:spLocks xmlns:a="http://schemas.openxmlformats.org/drawingml/2006/main" noGrp="1"/>
          </p:cNvSpPr>
          <p:nvPr/>
        </p:nvSpPr>
        <p:spPr>
          <a:xfrm xmlns:a="http://schemas.openxmlformats.org/drawingml/2006/main">
            <a:off x="533400" y="5457825"/>
            <a:ext cx="349567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B7068"/>
                </a:solidFill>
                <a:latin typeface="Arial"/>
                <a:ea typeface="Arial"/>
                <a:cs typeface="Arial"/>
              </a:defRPr>
            </a:defPPr>
            <a:lvl1pPr algn="l">
              <a:defRPr sz="1800" b="0">
                <a:solidFill>
                  <a:srgbClr val="5B7068"/>
                </a:solidFill>
                <a:latin typeface="Arial"/>
                <a:ea typeface="Arial"/>
                <a:cs typeface="Arial"/>
              </a:defRPr>
            </a:lvl1pPr>
            <a:lvl2pPr algn="l">
              <a:defRPr sz="1800" b="0">
                <a:solidFill>
                  <a:srgbClr val="5B7068"/>
                </a:solidFill>
                <a:latin typeface="Arial"/>
                <a:ea typeface="Arial"/>
                <a:cs typeface="Arial"/>
              </a:defRPr>
            </a:lvl2pPr>
            <a:lvl3pPr algn="l">
              <a:defRPr sz="1800" b="0">
                <a:solidFill>
                  <a:srgbClr val="5B7068"/>
                </a:solidFill>
                <a:latin typeface="Arial"/>
                <a:ea typeface="Arial"/>
                <a:cs typeface="Arial"/>
              </a:defRPr>
            </a:lvl3pPr>
            <a:lvl4pPr algn="l">
              <a:defRPr sz="1800" b="0">
                <a:solidFill>
                  <a:srgbClr val="5B7068"/>
                </a:solidFill>
                <a:latin typeface="Arial"/>
                <a:ea typeface="Arial"/>
                <a:cs typeface="Arial"/>
              </a:defRPr>
            </a:lvl4pPr>
            <a:lvl5pPr algn="l">
              <a:defRPr sz="1800" b="0">
                <a:solidFill>
                  <a:srgbClr val="5B7068"/>
                </a:solidFill>
                <a:latin typeface="Arial"/>
                <a:ea typeface="Arial"/>
                <a:cs typeface="Arial"/>
              </a:defRPr>
            </a:lvl5pPr>
            <a:lvl6pPr algn="l">
              <a:defRPr sz="1800" b="0">
                <a:solidFill>
                  <a:srgbClr val="5B7068"/>
                </a:solidFill>
                <a:latin typeface="Arial"/>
                <a:ea typeface="Arial"/>
                <a:cs typeface="Arial"/>
              </a:defRPr>
            </a:lvl6pPr>
            <a:lvl7pPr algn="l">
              <a:defRPr sz="1800" b="0">
                <a:solidFill>
                  <a:srgbClr val="5B7068"/>
                </a:solidFill>
                <a:latin typeface="Arial"/>
                <a:ea typeface="Arial"/>
                <a:cs typeface="Arial"/>
              </a:defRPr>
            </a:lvl7pPr>
            <a:lvl8pPr algn="l">
              <a:defRPr sz="1800" b="0">
                <a:solidFill>
                  <a:srgbClr val="5B7068"/>
                </a:solidFill>
                <a:latin typeface="Arial"/>
                <a:ea typeface="Arial"/>
                <a:cs typeface="Arial"/>
              </a:defRPr>
            </a:lvl8pPr>
            <a:lvl9pPr algn="l">
              <a:defRPr sz="1800" b="0">
                <a:solidFill>
                  <a:srgbClr val="5B7068"/>
                </a:solidFill>
                <a:latin typeface="Arial"/>
                <a:ea typeface="Arial"/>
                <a:cs typeface="Arial"/>
              </a:defRPr>
            </a:lvl9pPr>
          </a:lstStyle>
          <a:p xmlns:a="http://schemas.openxmlformats.org/drawingml/2006/main">
            <a:pPr algn="l">
              <a:defRPr sz="1800" b="0">
                <a:solidFill>
                  <a:srgbClr val="5B7068"/>
                </a:solidFill>
                <a:latin typeface="Arial"/>
                <a:ea typeface="Arial"/>
                <a:cs typeface="Arial"/>
              </a:defRPr>
            </a:pPr>
            <a:r>
              <a:rPr sz="1800" b="0">
                <a:solidFill>
                  <a:srgbClr val="5B7068"/>
                </a:solidFill>
                <a:latin typeface="Arial"/>
                <a:ea typeface="Arial"/>
                <a:cs typeface="Arial"/>
              </a:rPr>
              <a:t>An end-to-end voice/text demo</a:t>
            </a:r>
          </a:p>
          <a:p xmlns:a="http://schemas.openxmlformats.org/drawingml/2006/main">
            <a:pPr algn="l">
              <a:defRPr sz="1800" b="0">
                <a:solidFill>
                  <a:srgbClr val="5B7068"/>
                </a:solidFill>
                <a:latin typeface="Arial"/>
                <a:ea typeface="Arial"/>
                <a:cs typeface="Arial"/>
              </a:defRPr>
            </a:pPr>
            <a:r>
              <a:rPr sz="1800" b="0">
                <a:solidFill>
                  <a:srgbClr val="5B7068"/>
                </a:solidFill>
                <a:latin typeface="Arial"/>
                <a:ea typeface="Arial"/>
                <a:cs typeface="Arial"/>
              </a:rPr>
              <a:t>with a trained stance classifier.</a:t>
            </a:r>
          </a:p>
        </p:txBody>
      </p:sp>
      <p:sp>
        <p:nvSpPr>
          <p:cNvPr id="11" name="Current limitation">
            <a:extLst xmlns:a="http://schemas.openxmlformats.org/drawingml/2006/main">
              <a:ext uri="{FF2B5EF4-FFF2-40B4-BE49-F238E27FC236}">
                <a16:creationId xmlns:a16="http://schemas.microsoft.com/office/drawing/2014/main" id="{AD6F06BC-717E-4026-A796-1414EDA89B98}"/>
              </a:ext>
            </a:extLst>
          </p:cNvPr>
          <p:cNvSpPr>
            <a:spLocks xmlns:a="http://schemas.openxmlformats.org/drawingml/2006/main" noGrp="1"/>
          </p:cNvSpPr>
          <p:nvPr/>
        </p:nvSpPr>
        <p:spPr>
          <a:xfrm xmlns:a="http://schemas.openxmlformats.org/drawingml/2006/main">
            <a:off x="4343400" y="5000625"/>
            <a:ext cx="34956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B34"/>
                </a:solidFill>
                <a:latin typeface="Arial"/>
                <a:ea typeface="Arial"/>
                <a:cs typeface="Arial"/>
              </a:defRPr>
            </a:defPPr>
            <a:lvl1pPr algn="l">
              <a:defRPr sz="2100" b="1">
                <a:solidFill>
                  <a:srgbClr val="193B34"/>
                </a:solidFill>
                <a:latin typeface="Arial"/>
                <a:ea typeface="Arial"/>
                <a:cs typeface="Arial"/>
              </a:defRPr>
            </a:lvl1pPr>
            <a:lvl2pPr algn="l">
              <a:defRPr sz="2100" b="1">
                <a:solidFill>
                  <a:srgbClr val="193B34"/>
                </a:solidFill>
                <a:latin typeface="Arial"/>
                <a:ea typeface="Arial"/>
                <a:cs typeface="Arial"/>
              </a:defRPr>
            </a:lvl2pPr>
            <a:lvl3pPr algn="l">
              <a:defRPr sz="2100" b="1">
                <a:solidFill>
                  <a:srgbClr val="193B34"/>
                </a:solidFill>
                <a:latin typeface="Arial"/>
                <a:ea typeface="Arial"/>
                <a:cs typeface="Arial"/>
              </a:defRPr>
            </a:lvl3pPr>
            <a:lvl4pPr algn="l">
              <a:defRPr sz="2100" b="1">
                <a:solidFill>
                  <a:srgbClr val="193B34"/>
                </a:solidFill>
                <a:latin typeface="Arial"/>
                <a:ea typeface="Arial"/>
                <a:cs typeface="Arial"/>
              </a:defRPr>
            </a:lvl4pPr>
            <a:lvl5pPr algn="l">
              <a:defRPr sz="2100" b="1">
                <a:solidFill>
                  <a:srgbClr val="193B34"/>
                </a:solidFill>
                <a:latin typeface="Arial"/>
                <a:ea typeface="Arial"/>
                <a:cs typeface="Arial"/>
              </a:defRPr>
            </a:lvl5pPr>
            <a:lvl6pPr algn="l">
              <a:defRPr sz="2100" b="1">
                <a:solidFill>
                  <a:srgbClr val="193B34"/>
                </a:solidFill>
                <a:latin typeface="Arial"/>
                <a:ea typeface="Arial"/>
                <a:cs typeface="Arial"/>
              </a:defRPr>
            </a:lvl6pPr>
            <a:lvl7pPr algn="l">
              <a:defRPr sz="2100" b="1">
                <a:solidFill>
                  <a:srgbClr val="193B34"/>
                </a:solidFill>
                <a:latin typeface="Arial"/>
                <a:ea typeface="Arial"/>
                <a:cs typeface="Arial"/>
              </a:defRPr>
            </a:lvl7pPr>
            <a:lvl8pPr algn="l">
              <a:defRPr sz="2100" b="1">
                <a:solidFill>
                  <a:srgbClr val="193B34"/>
                </a:solidFill>
                <a:latin typeface="Arial"/>
                <a:ea typeface="Arial"/>
                <a:cs typeface="Arial"/>
              </a:defRPr>
            </a:lvl8pPr>
            <a:lvl9pPr algn="l">
              <a:defRPr sz="2100" b="1">
                <a:solidFill>
                  <a:srgbClr val="193B34"/>
                </a:solidFill>
                <a:latin typeface="Arial"/>
                <a:ea typeface="Arial"/>
                <a:cs typeface="Arial"/>
              </a:defRPr>
            </a:lvl9pPr>
          </a:lstStyle>
          <a:p xmlns:a="http://schemas.openxmlformats.org/drawingml/2006/main">
            <a:pPr algn="l">
              <a:defRPr sz="2100" b="1">
                <a:solidFill>
                  <a:srgbClr val="193B34"/>
                </a:solidFill>
                <a:latin typeface="Arial"/>
                <a:ea typeface="Arial"/>
                <a:cs typeface="Arial"/>
              </a:defRPr>
            </a:pPr>
            <a:r>
              <a:rPr sz="2100" b="1">
                <a:solidFill>
                  <a:srgbClr val="193B34"/>
                </a:solidFill>
                <a:latin typeface="Arial"/>
                <a:ea typeface="Arial"/>
                <a:cs typeface="Arial"/>
              </a:rPr>
              <a:t>Current limitation</a:t>
            </a:r>
          </a:p>
        </p:txBody>
      </p:sp>
      <p:sp>
        <p:nvSpPr>
          <p:cNvPr id="12" name="Stance prediction is imperfect;">
            <a:extLst xmlns:a="http://schemas.openxmlformats.org/drawingml/2006/main">
              <a:ext uri="{FF2B5EF4-FFF2-40B4-BE49-F238E27FC236}">
                <a16:creationId xmlns:a16="http://schemas.microsoft.com/office/drawing/2014/main" id="{53B519BB-9034-4807-ABA5-9B889D85DBA6}"/>
              </a:ext>
            </a:extLst>
          </p:cNvPr>
          <p:cNvSpPr>
            <a:spLocks xmlns:a="http://schemas.openxmlformats.org/drawingml/2006/main" noGrp="1"/>
          </p:cNvSpPr>
          <p:nvPr/>
        </p:nvSpPr>
        <p:spPr>
          <a:xfrm xmlns:a="http://schemas.openxmlformats.org/drawingml/2006/main">
            <a:off x="4343400" y="5457825"/>
            <a:ext cx="349567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B7068"/>
                </a:solidFill>
                <a:latin typeface="Arial"/>
                <a:ea typeface="Arial"/>
                <a:cs typeface="Arial"/>
              </a:defRPr>
            </a:defPPr>
            <a:lvl1pPr algn="l">
              <a:defRPr sz="1800" b="0">
                <a:solidFill>
                  <a:srgbClr val="5B7068"/>
                </a:solidFill>
                <a:latin typeface="Arial"/>
                <a:ea typeface="Arial"/>
                <a:cs typeface="Arial"/>
              </a:defRPr>
            </a:lvl1pPr>
            <a:lvl2pPr algn="l">
              <a:defRPr sz="1800" b="0">
                <a:solidFill>
                  <a:srgbClr val="5B7068"/>
                </a:solidFill>
                <a:latin typeface="Arial"/>
                <a:ea typeface="Arial"/>
                <a:cs typeface="Arial"/>
              </a:defRPr>
            </a:lvl2pPr>
            <a:lvl3pPr algn="l">
              <a:defRPr sz="1800" b="0">
                <a:solidFill>
                  <a:srgbClr val="5B7068"/>
                </a:solidFill>
                <a:latin typeface="Arial"/>
                <a:ea typeface="Arial"/>
                <a:cs typeface="Arial"/>
              </a:defRPr>
            </a:lvl3pPr>
            <a:lvl4pPr algn="l">
              <a:defRPr sz="1800" b="0">
                <a:solidFill>
                  <a:srgbClr val="5B7068"/>
                </a:solidFill>
                <a:latin typeface="Arial"/>
                <a:ea typeface="Arial"/>
                <a:cs typeface="Arial"/>
              </a:defRPr>
            </a:lvl4pPr>
            <a:lvl5pPr algn="l">
              <a:defRPr sz="1800" b="0">
                <a:solidFill>
                  <a:srgbClr val="5B7068"/>
                </a:solidFill>
                <a:latin typeface="Arial"/>
                <a:ea typeface="Arial"/>
                <a:cs typeface="Arial"/>
              </a:defRPr>
            </a:lvl5pPr>
            <a:lvl6pPr algn="l">
              <a:defRPr sz="1800" b="0">
                <a:solidFill>
                  <a:srgbClr val="5B7068"/>
                </a:solidFill>
                <a:latin typeface="Arial"/>
                <a:ea typeface="Arial"/>
                <a:cs typeface="Arial"/>
              </a:defRPr>
            </a:lvl6pPr>
            <a:lvl7pPr algn="l">
              <a:defRPr sz="1800" b="0">
                <a:solidFill>
                  <a:srgbClr val="5B7068"/>
                </a:solidFill>
                <a:latin typeface="Arial"/>
                <a:ea typeface="Arial"/>
                <a:cs typeface="Arial"/>
              </a:defRPr>
            </a:lvl7pPr>
            <a:lvl8pPr algn="l">
              <a:defRPr sz="1800" b="0">
                <a:solidFill>
                  <a:srgbClr val="5B7068"/>
                </a:solidFill>
                <a:latin typeface="Arial"/>
                <a:ea typeface="Arial"/>
                <a:cs typeface="Arial"/>
              </a:defRPr>
            </a:lvl8pPr>
            <a:lvl9pPr algn="l">
              <a:defRPr sz="1800" b="0">
                <a:solidFill>
                  <a:srgbClr val="5B7068"/>
                </a:solidFill>
                <a:latin typeface="Arial"/>
                <a:ea typeface="Arial"/>
                <a:cs typeface="Arial"/>
              </a:defRPr>
            </a:lvl9pPr>
          </a:lstStyle>
          <a:p xmlns:a="http://schemas.openxmlformats.org/drawingml/2006/main">
            <a:pPr algn="l">
              <a:defRPr sz="1800" b="0">
                <a:solidFill>
                  <a:srgbClr val="5B7068"/>
                </a:solidFill>
                <a:latin typeface="Arial"/>
                <a:ea typeface="Arial"/>
                <a:cs typeface="Arial"/>
              </a:defRPr>
            </a:pPr>
            <a:r>
              <a:rPr sz="1800" b="0">
                <a:solidFill>
                  <a:srgbClr val="5B7068"/>
                </a:solidFill>
                <a:latin typeface="Arial"/>
                <a:ea typeface="Arial"/>
                <a:cs typeface="Arial"/>
              </a:rPr>
              <a:t>Stance prediction is imperfect;</a:t>
            </a:r>
          </a:p>
          <a:p xmlns:a="http://schemas.openxmlformats.org/drawingml/2006/main">
            <a:pPr algn="l">
              <a:defRPr sz="1800" b="0">
                <a:solidFill>
                  <a:srgbClr val="5B7068"/>
                </a:solidFill>
                <a:latin typeface="Arial"/>
                <a:ea typeface="Arial"/>
                <a:cs typeface="Arial"/>
              </a:defRPr>
            </a:pPr>
            <a:r>
              <a:rPr sz="1800" b="0">
                <a:solidFill>
                  <a:srgbClr val="5B7068"/>
                </a:solidFill>
                <a:latin typeface="Arial"/>
                <a:ea typeface="Arial"/>
                <a:cs typeface="Arial"/>
              </a:rPr>
              <a:t>it does not grade interview quality.</a:t>
            </a:r>
          </a:p>
        </p:txBody>
      </p:sp>
      <p:sp>
        <p:nvSpPr>
          <p:cNvPr id="13" name="Next improvements">
            <a:extLst xmlns:a="http://schemas.openxmlformats.org/drawingml/2006/main">
              <a:ext uri="{FF2B5EF4-FFF2-40B4-BE49-F238E27FC236}">
                <a16:creationId xmlns:a16="http://schemas.microsoft.com/office/drawing/2014/main" id="{787F15CB-AE74-444D-90BB-73CA39EA5BAB}"/>
              </a:ext>
            </a:extLst>
          </p:cNvPr>
          <p:cNvSpPr>
            <a:spLocks xmlns:a="http://schemas.openxmlformats.org/drawingml/2006/main" noGrp="1"/>
          </p:cNvSpPr>
          <p:nvPr/>
        </p:nvSpPr>
        <p:spPr>
          <a:xfrm xmlns:a="http://schemas.openxmlformats.org/drawingml/2006/main">
            <a:off x="8153400" y="5000625"/>
            <a:ext cx="34956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B34"/>
                </a:solidFill>
                <a:latin typeface="Arial"/>
                <a:ea typeface="Arial"/>
                <a:cs typeface="Arial"/>
              </a:defRPr>
            </a:defPPr>
            <a:lvl1pPr algn="l">
              <a:defRPr sz="2100" b="1">
                <a:solidFill>
                  <a:srgbClr val="193B34"/>
                </a:solidFill>
                <a:latin typeface="Arial"/>
                <a:ea typeface="Arial"/>
                <a:cs typeface="Arial"/>
              </a:defRPr>
            </a:lvl1pPr>
            <a:lvl2pPr algn="l">
              <a:defRPr sz="2100" b="1">
                <a:solidFill>
                  <a:srgbClr val="193B34"/>
                </a:solidFill>
                <a:latin typeface="Arial"/>
                <a:ea typeface="Arial"/>
                <a:cs typeface="Arial"/>
              </a:defRPr>
            </a:lvl2pPr>
            <a:lvl3pPr algn="l">
              <a:defRPr sz="2100" b="1">
                <a:solidFill>
                  <a:srgbClr val="193B34"/>
                </a:solidFill>
                <a:latin typeface="Arial"/>
                <a:ea typeface="Arial"/>
                <a:cs typeface="Arial"/>
              </a:defRPr>
            </a:lvl3pPr>
            <a:lvl4pPr algn="l">
              <a:defRPr sz="2100" b="1">
                <a:solidFill>
                  <a:srgbClr val="193B34"/>
                </a:solidFill>
                <a:latin typeface="Arial"/>
                <a:ea typeface="Arial"/>
                <a:cs typeface="Arial"/>
              </a:defRPr>
            </a:lvl4pPr>
            <a:lvl5pPr algn="l">
              <a:defRPr sz="2100" b="1">
                <a:solidFill>
                  <a:srgbClr val="193B34"/>
                </a:solidFill>
                <a:latin typeface="Arial"/>
                <a:ea typeface="Arial"/>
                <a:cs typeface="Arial"/>
              </a:defRPr>
            </a:lvl5pPr>
            <a:lvl6pPr algn="l">
              <a:defRPr sz="2100" b="1">
                <a:solidFill>
                  <a:srgbClr val="193B34"/>
                </a:solidFill>
                <a:latin typeface="Arial"/>
                <a:ea typeface="Arial"/>
                <a:cs typeface="Arial"/>
              </a:defRPr>
            </a:lvl6pPr>
            <a:lvl7pPr algn="l">
              <a:defRPr sz="2100" b="1">
                <a:solidFill>
                  <a:srgbClr val="193B34"/>
                </a:solidFill>
                <a:latin typeface="Arial"/>
                <a:ea typeface="Arial"/>
                <a:cs typeface="Arial"/>
              </a:defRPr>
            </a:lvl7pPr>
            <a:lvl8pPr algn="l">
              <a:defRPr sz="2100" b="1">
                <a:solidFill>
                  <a:srgbClr val="193B34"/>
                </a:solidFill>
                <a:latin typeface="Arial"/>
                <a:ea typeface="Arial"/>
                <a:cs typeface="Arial"/>
              </a:defRPr>
            </a:lvl8pPr>
            <a:lvl9pPr algn="l">
              <a:defRPr sz="2100" b="1">
                <a:solidFill>
                  <a:srgbClr val="193B34"/>
                </a:solidFill>
                <a:latin typeface="Arial"/>
                <a:ea typeface="Arial"/>
                <a:cs typeface="Arial"/>
              </a:defRPr>
            </a:lvl9pPr>
          </a:lstStyle>
          <a:p xmlns:a="http://schemas.openxmlformats.org/drawingml/2006/main">
            <a:pPr algn="l">
              <a:defRPr sz="2100" b="1">
                <a:solidFill>
                  <a:srgbClr val="193B34"/>
                </a:solidFill>
                <a:latin typeface="Arial"/>
                <a:ea typeface="Arial"/>
                <a:cs typeface="Arial"/>
              </a:defRPr>
            </a:pPr>
            <a:r>
              <a:rPr sz="2100" b="1">
                <a:solidFill>
                  <a:srgbClr val="193B34"/>
                </a:solidFill>
                <a:latin typeface="Arial"/>
                <a:ea typeface="Arial"/>
                <a:cs typeface="Arial"/>
              </a:rPr>
              <a:t>Next improvements</a:t>
            </a:r>
          </a:p>
        </p:txBody>
      </p:sp>
      <p:sp>
        <p:nvSpPr>
          <p:cNvPr id="14" name="Real-user labelled data, stronger">
            <a:extLst xmlns:a="http://schemas.openxmlformats.org/drawingml/2006/main">
              <a:ext uri="{FF2B5EF4-FFF2-40B4-BE49-F238E27FC236}">
                <a16:creationId xmlns:a16="http://schemas.microsoft.com/office/drawing/2014/main" id="{D614E94D-E053-4A57-9346-5775D9C443C8}"/>
              </a:ext>
            </a:extLst>
          </p:cNvPr>
          <p:cNvSpPr>
            <a:spLocks xmlns:a="http://schemas.openxmlformats.org/drawingml/2006/main" noGrp="1"/>
          </p:cNvSpPr>
          <p:nvPr/>
        </p:nvSpPr>
        <p:spPr>
          <a:xfrm xmlns:a="http://schemas.openxmlformats.org/drawingml/2006/main">
            <a:off x="8153400" y="5457825"/>
            <a:ext cx="349567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B7068"/>
                </a:solidFill>
                <a:latin typeface="Arial"/>
                <a:ea typeface="Arial"/>
                <a:cs typeface="Arial"/>
              </a:defRPr>
            </a:defPPr>
            <a:lvl1pPr algn="l">
              <a:defRPr sz="1800" b="0">
                <a:solidFill>
                  <a:srgbClr val="5B7068"/>
                </a:solidFill>
                <a:latin typeface="Arial"/>
                <a:ea typeface="Arial"/>
                <a:cs typeface="Arial"/>
              </a:defRPr>
            </a:lvl1pPr>
            <a:lvl2pPr algn="l">
              <a:defRPr sz="1800" b="0">
                <a:solidFill>
                  <a:srgbClr val="5B7068"/>
                </a:solidFill>
                <a:latin typeface="Arial"/>
                <a:ea typeface="Arial"/>
                <a:cs typeface="Arial"/>
              </a:defRPr>
            </a:lvl2pPr>
            <a:lvl3pPr algn="l">
              <a:defRPr sz="1800" b="0">
                <a:solidFill>
                  <a:srgbClr val="5B7068"/>
                </a:solidFill>
                <a:latin typeface="Arial"/>
                <a:ea typeface="Arial"/>
                <a:cs typeface="Arial"/>
              </a:defRPr>
            </a:lvl3pPr>
            <a:lvl4pPr algn="l">
              <a:defRPr sz="1800" b="0">
                <a:solidFill>
                  <a:srgbClr val="5B7068"/>
                </a:solidFill>
                <a:latin typeface="Arial"/>
                <a:ea typeface="Arial"/>
                <a:cs typeface="Arial"/>
              </a:defRPr>
            </a:lvl4pPr>
            <a:lvl5pPr algn="l">
              <a:defRPr sz="1800" b="0">
                <a:solidFill>
                  <a:srgbClr val="5B7068"/>
                </a:solidFill>
                <a:latin typeface="Arial"/>
                <a:ea typeface="Arial"/>
                <a:cs typeface="Arial"/>
              </a:defRPr>
            </a:lvl5pPr>
            <a:lvl6pPr algn="l">
              <a:defRPr sz="1800" b="0">
                <a:solidFill>
                  <a:srgbClr val="5B7068"/>
                </a:solidFill>
                <a:latin typeface="Arial"/>
                <a:ea typeface="Arial"/>
                <a:cs typeface="Arial"/>
              </a:defRPr>
            </a:lvl6pPr>
            <a:lvl7pPr algn="l">
              <a:defRPr sz="1800" b="0">
                <a:solidFill>
                  <a:srgbClr val="5B7068"/>
                </a:solidFill>
                <a:latin typeface="Arial"/>
                <a:ea typeface="Arial"/>
                <a:cs typeface="Arial"/>
              </a:defRPr>
            </a:lvl7pPr>
            <a:lvl8pPr algn="l">
              <a:defRPr sz="1800" b="0">
                <a:solidFill>
                  <a:srgbClr val="5B7068"/>
                </a:solidFill>
                <a:latin typeface="Arial"/>
                <a:ea typeface="Arial"/>
                <a:cs typeface="Arial"/>
              </a:defRPr>
            </a:lvl8pPr>
            <a:lvl9pPr algn="l">
              <a:defRPr sz="1800" b="0">
                <a:solidFill>
                  <a:srgbClr val="5B7068"/>
                </a:solidFill>
                <a:latin typeface="Arial"/>
                <a:ea typeface="Arial"/>
                <a:cs typeface="Arial"/>
              </a:defRPr>
            </a:lvl9pPr>
          </a:lstStyle>
          <a:p xmlns:a="http://schemas.openxmlformats.org/drawingml/2006/main">
            <a:pPr algn="l">
              <a:defRPr sz="1800" b="0">
                <a:solidFill>
                  <a:srgbClr val="5B7068"/>
                </a:solidFill>
                <a:latin typeface="Arial"/>
                <a:ea typeface="Arial"/>
                <a:cs typeface="Arial"/>
              </a:defRPr>
            </a:pPr>
            <a:r>
              <a:rPr sz="1800" b="0">
                <a:solidFill>
                  <a:srgbClr val="5B7068"/>
                </a:solidFill>
                <a:latin typeface="Arial"/>
                <a:ea typeface="Arial"/>
                <a:cs typeface="Arial"/>
              </a:rPr>
              <a:t>Real-user labelled data, stronger</a:t>
            </a:r>
          </a:p>
          <a:p xmlns:a="http://schemas.openxmlformats.org/drawingml/2006/main">
            <a:pPr algn="l">
              <a:defRPr sz="1800" b="0">
                <a:solidFill>
                  <a:srgbClr val="5B7068"/>
                </a:solidFill>
                <a:latin typeface="Arial"/>
                <a:ea typeface="Arial"/>
                <a:cs typeface="Arial"/>
              </a:defRPr>
            </a:pPr>
            <a:r>
              <a:rPr sz="1800" b="0">
                <a:solidFill>
                  <a:srgbClr val="5B7068"/>
                </a:solidFill>
                <a:latin typeface="Arial"/>
                <a:ea typeface="Arial"/>
                <a:cs typeface="Arial"/>
              </a:rPr>
              <a:t>models and multilingual support.</a:t>
            </a:r>
          </a:p>
        </p:txBody>
      </p:sp>
    </p:spTree>
    <p:extLst>
      <p:ext uri="{BB962C8B-B14F-4D97-AF65-F5344CB8AC3E}">
        <p14:creationId xmlns:p14="http://schemas.microsoft.com/office/powerpoint/2010/main" val="3768967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2026-10-18T20:41:27.6220000Z</dcterms:created>
  <dcterms:modified xsi:type="dcterms:W3CDTF">2026-10-18T20:41:27.6220000Z</dcterms:modified>
</coreProperties>
</file>